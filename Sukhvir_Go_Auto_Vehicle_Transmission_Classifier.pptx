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6" r:id="rId3"/>
    <p:sldId id="269" r:id="rId4"/>
    <p:sldId id="261" r:id="rId5"/>
    <p:sldId id="262" r:id="rId6"/>
    <p:sldId id="283" r:id="rId7"/>
    <p:sldId id="258" r:id="rId8"/>
    <p:sldId id="284" r:id="rId9"/>
    <p:sldId id="260" r:id="rId10"/>
    <p:sldId id="265" r:id="rId11"/>
    <p:sldId id="277" r:id="rId12"/>
    <p:sldId id="280" r:id="rId13"/>
    <p:sldId id="263" r:id="rId14"/>
    <p:sldId id="275" r:id="rId15"/>
    <p:sldId id="278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F1B2B8-59EA-4791-9E68-36FB561004E6}" type="doc">
      <dgm:prSet loTypeId="urn:microsoft.com/office/officeart/2005/8/layout/pList2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494498-710C-47FA-B8E2-9F8D6785B05F}">
      <dgm:prSet custT="1"/>
      <dgm:spPr/>
      <dgm:t>
        <a:bodyPr/>
        <a:lstStyle/>
        <a:p>
          <a:pPr algn="l"/>
          <a:r>
            <a:rPr lang="en-US" sz="2000" b="0" dirty="0">
              <a:latin typeface="Times New Roman" panose="02020603050405020304" pitchFamily="18" charset="0"/>
              <a:cs typeface="Times New Roman" panose="02020603050405020304" pitchFamily="18" charset="0"/>
            </a:rPr>
            <a:t>Build a binary classification model to predict vehicle transmission type</a:t>
          </a:r>
        </a:p>
        <a:p>
          <a:pPr algn="l"/>
          <a:r>
            <a:rPr lang="en-US" sz="2000" b="0" dirty="0">
              <a:latin typeface="Times New Roman" panose="02020603050405020304" pitchFamily="18" charset="0"/>
              <a:cs typeface="Times New Roman" panose="02020603050405020304" pitchFamily="18" charset="0"/>
            </a:rPr>
            <a:t>Integrate into a user-facing stream-lit app.                                                             </a:t>
          </a:r>
        </a:p>
        <a:p>
          <a:pPr algn="l"/>
          <a:r>
            <a:rPr lang="en-US" sz="2000" b="0" dirty="0">
              <a:latin typeface="Times New Roman" panose="02020603050405020304" pitchFamily="18" charset="0"/>
              <a:cs typeface="Times New Roman" panose="02020603050405020304" pitchFamily="18" charset="0"/>
            </a:rPr>
            <a:t>Support business decisions with a dashboard in power BI. </a:t>
          </a:r>
        </a:p>
        <a:p>
          <a:pPr algn="l"/>
          <a:r>
            <a:rPr 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                                                               </a:t>
          </a:r>
        </a:p>
      </dgm:t>
    </dgm:pt>
    <dgm:pt modelId="{D0FF193A-557B-434D-A95A-31AA727E6D43}" type="parTrans" cxnId="{15DAFD03-6087-4A87-8336-D8C5AAD75837}">
      <dgm:prSet/>
      <dgm:spPr/>
      <dgm:t>
        <a:bodyPr/>
        <a:lstStyle/>
        <a:p>
          <a:endParaRPr lang="en-US"/>
        </a:p>
      </dgm:t>
    </dgm:pt>
    <dgm:pt modelId="{B4669355-0FAB-40DB-B9D6-0867E66CB4C3}" type="sibTrans" cxnId="{15DAFD03-6087-4A87-8336-D8C5AAD75837}">
      <dgm:prSet phldrT="1" phldr="0"/>
      <dgm:spPr/>
      <dgm:t>
        <a:bodyPr/>
        <a:lstStyle/>
        <a:p>
          <a:endParaRPr lang="en-CA"/>
        </a:p>
      </dgm:t>
    </dgm:pt>
    <dgm:pt modelId="{CF20FD82-2BD4-4E0E-A49F-AA68B494AADE}">
      <dgm:prSet custT="1"/>
      <dgm:spPr/>
      <dgm:t>
        <a:bodyPr/>
        <a:lstStyle/>
        <a:p>
          <a:pPr algn="l"/>
          <a:r>
            <a:rPr lang="en-US" sz="2000" b="0" dirty="0">
              <a:latin typeface="Times New Roman" panose="02020603050405020304" pitchFamily="18" charset="0"/>
              <a:cs typeface="Times New Roman" panose="02020603050405020304" pitchFamily="18" charset="0"/>
            </a:rPr>
            <a:t>Achieve high accuracy and recall and precision.</a:t>
          </a:r>
        </a:p>
        <a:p>
          <a:pPr algn="l"/>
          <a:endParaRPr lang="en-US" sz="20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r>
            <a:rPr lang="en-US" sz="2000" b="0" dirty="0">
              <a:latin typeface="Times New Roman" panose="02020603050405020304" pitchFamily="18" charset="0"/>
              <a:cs typeface="Times New Roman" panose="02020603050405020304" pitchFamily="18" charset="0"/>
            </a:rPr>
            <a:t>Enable real-time classification.</a:t>
          </a:r>
        </a:p>
        <a:p>
          <a:pPr algn="l"/>
          <a:endParaRPr lang="en-US" sz="20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r>
            <a:rPr lang="en-US" sz="2000" b="0" dirty="0">
              <a:latin typeface="Times New Roman" panose="02020603050405020304" pitchFamily="18" charset="0"/>
              <a:cs typeface="Times New Roman" panose="02020603050405020304" pitchFamily="18" charset="0"/>
            </a:rPr>
            <a:t>Provide interpretability for decision-making. </a:t>
          </a:r>
        </a:p>
      </dgm:t>
    </dgm:pt>
    <dgm:pt modelId="{DC0381D3-5003-40BA-8BD9-E5D56DDA5683}" type="parTrans" cxnId="{5EE7C990-CA4E-4F8C-9C2F-568E955445F6}">
      <dgm:prSet/>
      <dgm:spPr/>
      <dgm:t>
        <a:bodyPr/>
        <a:lstStyle/>
        <a:p>
          <a:endParaRPr lang="en-US"/>
        </a:p>
      </dgm:t>
    </dgm:pt>
    <dgm:pt modelId="{81C3995D-361C-406F-8E60-FE95EA219A16}" type="sibTrans" cxnId="{5EE7C990-CA4E-4F8C-9C2F-568E955445F6}">
      <dgm:prSet phldrT="2" phldr="0"/>
      <dgm:spPr/>
      <dgm:t>
        <a:bodyPr/>
        <a:lstStyle/>
        <a:p>
          <a:endParaRPr lang="en-CA"/>
        </a:p>
      </dgm:t>
    </dgm:pt>
    <dgm:pt modelId="{F7182CF0-D6CE-44AD-937E-35CD682E4EFE}">
      <dgm:prSet custT="1"/>
      <dgm:spPr/>
      <dgm:t>
        <a:bodyPr/>
        <a:lstStyle/>
        <a:p>
          <a:pPr algn="l">
            <a:buNone/>
          </a:pPr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Focused on dealership inventory from Edmonton (both sold and available vehicles) for comprehensive training data.</a:t>
          </a:r>
        </a:p>
        <a:p>
          <a:pPr algn="l">
            <a:buNone/>
          </a:pPr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Included features like: year, make, model, mileage, stock type, fuel type                                          </a:t>
          </a:r>
        </a:p>
        <a:p>
          <a:pPr algn="l">
            <a:buNone/>
          </a:pPr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 Excluded: electric vehicles and hybrid types due to low volume</a:t>
          </a:r>
        </a:p>
      </dgm:t>
    </dgm:pt>
    <dgm:pt modelId="{928E6D5C-7BCF-41BF-B048-70ED722D0A4A}" type="parTrans" cxnId="{E29BDD79-6726-485A-A657-16DADFEAFA8F}">
      <dgm:prSet/>
      <dgm:spPr/>
      <dgm:t>
        <a:bodyPr/>
        <a:lstStyle/>
        <a:p>
          <a:endParaRPr lang="en-CA"/>
        </a:p>
      </dgm:t>
    </dgm:pt>
    <dgm:pt modelId="{299C8DAE-5E48-45ED-8D41-CA1DA06D7DD6}" type="sibTrans" cxnId="{E29BDD79-6726-485A-A657-16DADFEAFA8F}">
      <dgm:prSet phldrT="3" phldr="0"/>
      <dgm:spPr/>
      <dgm:t>
        <a:bodyPr/>
        <a:lstStyle/>
        <a:p>
          <a:endParaRPr lang="en-CA"/>
        </a:p>
      </dgm:t>
    </dgm:pt>
    <dgm:pt modelId="{79B870EF-DE2F-4EDA-A3E2-E7D39157BA92}" type="pres">
      <dgm:prSet presAssocID="{5BF1B2B8-59EA-4791-9E68-36FB561004E6}" presName="Name0" presStyleCnt="0">
        <dgm:presLayoutVars>
          <dgm:dir/>
          <dgm:resizeHandles val="exact"/>
        </dgm:presLayoutVars>
      </dgm:prSet>
      <dgm:spPr/>
    </dgm:pt>
    <dgm:pt modelId="{EB800E6E-05AF-4D41-ACBA-873E1119EC37}" type="pres">
      <dgm:prSet presAssocID="{5BF1B2B8-59EA-4791-9E68-36FB561004E6}" presName="bkgdShp" presStyleLbl="alignAccFollowNode1" presStyleIdx="0" presStyleCnt="1" custScaleY="63399"/>
      <dgm:spPr/>
    </dgm:pt>
    <dgm:pt modelId="{F507139F-838C-4ED6-92BD-954B317A595A}" type="pres">
      <dgm:prSet presAssocID="{5BF1B2B8-59EA-4791-9E68-36FB561004E6}" presName="linComp" presStyleCnt="0"/>
      <dgm:spPr/>
    </dgm:pt>
    <dgm:pt modelId="{74C55117-23DB-42F4-8A05-FA38FA4AE5EB}" type="pres">
      <dgm:prSet presAssocID="{B4494498-710C-47FA-B8E2-9F8D6785B05F}" presName="compNode" presStyleCnt="0"/>
      <dgm:spPr/>
    </dgm:pt>
    <dgm:pt modelId="{6DE64754-2298-4B3F-8963-33E3DFDCC041}" type="pres">
      <dgm:prSet presAssocID="{B4494498-710C-47FA-B8E2-9F8D6785B05F}" presName="node" presStyleLbl="node1" presStyleIdx="0" presStyleCnt="3" custScaleY="129946">
        <dgm:presLayoutVars>
          <dgm:bulletEnabled val="1"/>
        </dgm:presLayoutVars>
      </dgm:prSet>
      <dgm:spPr/>
    </dgm:pt>
    <dgm:pt modelId="{457A4782-9FFB-48AD-8800-9267214FE9E5}" type="pres">
      <dgm:prSet presAssocID="{B4494498-710C-47FA-B8E2-9F8D6785B05F}" presName="invisiNode" presStyleLbl="node1" presStyleIdx="0" presStyleCnt="3"/>
      <dgm:spPr/>
    </dgm:pt>
    <dgm:pt modelId="{C7113C7E-F088-4CD9-A173-17A5E5440D92}" type="pres">
      <dgm:prSet presAssocID="{B4494498-710C-47FA-B8E2-9F8D6785B05F}" presName="imagNode" presStyleLbl="fgImgPlace1" presStyleIdx="0" presStyleCnt="3" custScaleX="98475" custScaleY="4903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4000" b="-14000"/>
          </a:stretch>
        </a:blipFill>
      </dgm:spPr>
    </dgm:pt>
    <dgm:pt modelId="{D790D5D6-8961-4510-A1F1-6D39181880D0}" type="pres">
      <dgm:prSet presAssocID="{B4669355-0FAB-40DB-B9D6-0867E66CB4C3}" presName="sibTrans" presStyleLbl="sibTrans2D1" presStyleIdx="0" presStyleCnt="0"/>
      <dgm:spPr/>
    </dgm:pt>
    <dgm:pt modelId="{4FC75ADB-3205-4ED5-962F-2B6AF59876A4}" type="pres">
      <dgm:prSet presAssocID="{CF20FD82-2BD4-4E0E-A49F-AA68B494AADE}" presName="compNode" presStyleCnt="0"/>
      <dgm:spPr/>
    </dgm:pt>
    <dgm:pt modelId="{790538D6-05FD-47DE-9C00-F4A267B24F3A}" type="pres">
      <dgm:prSet presAssocID="{CF20FD82-2BD4-4E0E-A49F-AA68B494AADE}" presName="node" presStyleLbl="node1" presStyleIdx="1" presStyleCnt="3" custScaleY="129946">
        <dgm:presLayoutVars>
          <dgm:bulletEnabled val="1"/>
        </dgm:presLayoutVars>
      </dgm:prSet>
      <dgm:spPr/>
    </dgm:pt>
    <dgm:pt modelId="{92686141-2239-40EA-A01C-4739A11EC468}" type="pres">
      <dgm:prSet presAssocID="{CF20FD82-2BD4-4E0E-A49F-AA68B494AADE}" presName="invisiNode" presStyleLbl="node1" presStyleIdx="1" presStyleCnt="3"/>
      <dgm:spPr/>
    </dgm:pt>
    <dgm:pt modelId="{172BC348-A400-40C8-861E-883A3A021789}" type="pres">
      <dgm:prSet presAssocID="{CF20FD82-2BD4-4E0E-A49F-AA68B494AADE}" presName="imagNode" presStyleLbl="fgImgPlace1" presStyleIdx="1" presStyleCnt="3" custScaleX="86308" custScaleY="48549" custLinFactNeighborX="-49" custLinFactNeighborY="-1466"/>
      <dgm:spPr>
        <a:blipFill>
          <a:blip xmlns:r="http://schemas.openxmlformats.org/officeDocument/2006/relationships" r:embed="rId2"/>
          <a:srcRect/>
          <a:stretch>
            <a:fillRect t="-24000" b="-24000"/>
          </a:stretch>
        </a:blipFill>
      </dgm:spPr>
    </dgm:pt>
    <dgm:pt modelId="{A0C6C5DE-6D7E-4EBF-B06B-F1E0A2E2A664}" type="pres">
      <dgm:prSet presAssocID="{81C3995D-361C-406F-8E60-FE95EA219A16}" presName="sibTrans" presStyleLbl="sibTrans2D1" presStyleIdx="0" presStyleCnt="0"/>
      <dgm:spPr/>
    </dgm:pt>
    <dgm:pt modelId="{7086B4C5-0A4A-497B-B39D-DD07A5185F96}" type="pres">
      <dgm:prSet presAssocID="{F7182CF0-D6CE-44AD-937E-35CD682E4EFE}" presName="compNode" presStyleCnt="0"/>
      <dgm:spPr/>
    </dgm:pt>
    <dgm:pt modelId="{864B3EBD-4DF7-44FE-A445-33AB592BB835}" type="pres">
      <dgm:prSet presAssocID="{F7182CF0-D6CE-44AD-937E-35CD682E4EFE}" presName="node" presStyleLbl="node1" presStyleIdx="2" presStyleCnt="3" custScaleY="129946">
        <dgm:presLayoutVars>
          <dgm:bulletEnabled val="1"/>
        </dgm:presLayoutVars>
      </dgm:prSet>
      <dgm:spPr/>
    </dgm:pt>
    <dgm:pt modelId="{478DB262-3899-4FC9-8E7C-4045B1F6DBD5}" type="pres">
      <dgm:prSet presAssocID="{F7182CF0-D6CE-44AD-937E-35CD682E4EFE}" presName="invisiNode" presStyleLbl="node1" presStyleIdx="2" presStyleCnt="3"/>
      <dgm:spPr/>
    </dgm:pt>
    <dgm:pt modelId="{EF7DAEB6-2328-4002-891E-28D2EB4CB0A8}" type="pres">
      <dgm:prSet presAssocID="{F7182CF0-D6CE-44AD-937E-35CD682E4EFE}" presName="imagNode" presStyleLbl="fgImgPlace1" presStyleIdx="2" presStyleCnt="3" custScaleX="83294" custScaleY="46803" custLinFactNeighborX="-2077" custLinFactNeighborY="-3126"/>
      <dgm:spPr>
        <a:blipFill>
          <a:blip xmlns:r="http://schemas.openxmlformats.org/officeDocument/2006/relationships" r:embed="rId3"/>
          <a:srcRect/>
          <a:stretch>
            <a:fillRect t="-42000" b="-42000"/>
          </a:stretch>
        </a:blipFill>
      </dgm:spPr>
    </dgm:pt>
  </dgm:ptLst>
  <dgm:cxnLst>
    <dgm:cxn modelId="{15DAFD03-6087-4A87-8336-D8C5AAD75837}" srcId="{5BF1B2B8-59EA-4791-9E68-36FB561004E6}" destId="{B4494498-710C-47FA-B8E2-9F8D6785B05F}" srcOrd="0" destOrd="0" parTransId="{D0FF193A-557B-434D-A95A-31AA727E6D43}" sibTransId="{B4669355-0FAB-40DB-B9D6-0867E66CB4C3}"/>
    <dgm:cxn modelId="{3130532A-8BA8-49E9-8D44-CEEA43E3FBD8}" type="presOf" srcId="{81C3995D-361C-406F-8E60-FE95EA219A16}" destId="{A0C6C5DE-6D7E-4EBF-B06B-F1E0A2E2A664}" srcOrd="0" destOrd="0" presId="urn:microsoft.com/office/officeart/2005/8/layout/pList2"/>
    <dgm:cxn modelId="{E4EDAA64-4852-49B3-AD9D-D0A50BC2B92B}" type="presOf" srcId="{F7182CF0-D6CE-44AD-937E-35CD682E4EFE}" destId="{864B3EBD-4DF7-44FE-A445-33AB592BB835}" srcOrd="0" destOrd="0" presId="urn:microsoft.com/office/officeart/2005/8/layout/pList2"/>
    <dgm:cxn modelId="{BB372852-FA51-4F94-9A91-2BD183641F54}" type="presOf" srcId="{5BF1B2B8-59EA-4791-9E68-36FB561004E6}" destId="{79B870EF-DE2F-4EDA-A3E2-E7D39157BA92}" srcOrd="0" destOrd="0" presId="urn:microsoft.com/office/officeart/2005/8/layout/pList2"/>
    <dgm:cxn modelId="{E29BDD79-6726-485A-A657-16DADFEAFA8F}" srcId="{5BF1B2B8-59EA-4791-9E68-36FB561004E6}" destId="{F7182CF0-D6CE-44AD-937E-35CD682E4EFE}" srcOrd="2" destOrd="0" parTransId="{928E6D5C-7BCF-41BF-B048-70ED722D0A4A}" sibTransId="{299C8DAE-5E48-45ED-8D41-CA1DA06D7DD6}"/>
    <dgm:cxn modelId="{5EE7C990-CA4E-4F8C-9C2F-568E955445F6}" srcId="{5BF1B2B8-59EA-4791-9E68-36FB561004E6}" destId="{CF20FD82-2BD4-4E0E-A49F-AA68B494AADE}" srcOrd="1" destOrd="0" parTransId="{DC0381D3-5003-40BA-8BD9-E5D56DDA5683}" sibTransId="{81C3995D-361C-406F-8E60-FE95EA219A16}"/>
    <dgm:cxn modelId="{ECF441C7-0ABD-4A14-9A54-566EF0FD1E25}" type="presOf" srcId="{B4494498-710C-47FA-B8E2-9F8D6785B05F}" destId="{6DE64754-2298-4B3F-8963-33E3DFDCC041}" srcOrd="0" destOrd="0" presId="urn:microsoft.com/office/officeart/2005/8/layout/pList2"/>
    <dgm:cxn modelId="{5696DFD6-27C3-42AC-B95C-4282E072CC2A}" type="presOf" srcId="{B4669355-0FAB-40DB-B9D6-0867E66CB4C3}" destId="{D790D5D6-8961-4510-A1F1-6D39181880D0}" srcOrd="0" destOrd="0" presId="urn:microsoft.com/office/officeart/2005/8/layout/pList2"/>
    <dgm:cxn modelId="{016998E2-C662-4F0C-A44D-CF5F488E7245}" type="presOf" srcId="{CF20FD82-2BD4-4E0E-A49F-AA68B494AADE}" destId="{790538D6-05FD-47DE-9C00-F4A267B24F3A}" srcOrd="0" destOrd="0" presId="urn:microsoft.com/office/officeart/2005/8/layout/pList2"/>
    <dgm:cxn modelId="{0C5AFFF6-B60C-4B42-9D73-FECACE1BAC60}" type="presParOf" srcId="{79B870EF-DE2F-4EDA-A3E2-E7D39157BA92}" destId="{EB800E6E-05AF-4D41-ACBA-873E1119EC37}" srcOrd="0" destOrd="0" presId="urn:microsoft.com/office/officeart/2005/8/layout/pList2"/>
    <dgm:cxn modelId="{435ECAA5-E1EC-413A-A5FA-CB44E392DF13}" type="presParOf" srcId="{79B870EF-DE2F-4EDA-A3E2-E7D39157BA92}" destId="{F507139F-838C-4ED6-92BD-954B317A595A}" srcOrd="1" destOrd="0" presId="urn:microsoft.com/office/officeart/2005/8/layout/pList2"/>
    <dgm:cxn modelId="{BF8EF996-B148-408E-8647-5A3246C6CBF3}" type="presParOf" srcId="{F507139F-838C-4ED6-92BD-954B317A595A}" destId="{74C55117-23DB-42F4-8A05-FA38FA4AE5EB}" srcOrd="0" destOrd="0" presId="urn:microsoft.com/office/officeart/2005/8/layout/pList2"/>
    <dgm:cxn modelId="{D0BC53EE-D2B7-4D2D-88D5-8CCE54725059}" type="presParOf" srcId="{74C55117-23DB-42F4-8A05-FA38FA4AE5EB}" destId="{6DE64754-2298-4B3F-8963-33E3DFDCC041}" srcOrd="0" destOrd="0" presId="urn:microsoft.com/office/officeart/2005/8/layout/pList2"/>
    <dgm:cxn modelId="{A6D207A1-40E1-4AFF-BA42-2F5C77FC9F1A}" type="presParOf" srcId="{74C55117-23DB-42F4-8A05-FA38FA4AE5EB}" destId="{457A4782-9FFB-48AD-8800-9267214FE9E5}" srcOrd="1" destOrd="0" presId="urn:microsoft.com/office/officeart/2005/8/layout/pList2"/>
    <dgm:cxn modelId="{24325318-A3F5-46B1-970C-1FD4319AECFF}" type="presParOf" srcId="{74C55117-23DB-42F4-8A05-FA38FA4AE5EB}" destId="{C7113C7E-F088-4CD9-A173-17A5E5440D92}" srcOrd="2" destOrd="0" presId="urn:microsoft.com/office/officeart/2005/8/layout/pList2"/>
    <dgm:cxn modelId="{DC1A0501-7A79-420D-BFE0-198F958AC827}" type="presParOf" srcId="{F507139F-838C-4ED6-92BD-954B317A595A}" destId="{D790D5D6-8961-4510-A1F1-6D39181880D0}" srcOrd="1" destOrd="0" presId="urn:microsoft.com/office/officeart/2005/8/layout/pList2"/>
    <dgm:cxn modelId="{0570CAB6-B470-4459-A31C-5EAA999D43B8}" type="presParOf" srcId="{F507139F-838C-4ED6-92BD-954B317A595A}" destId="{4FC75ADB-3205-4ED5-962F-2B6AF59876A4}" srcOrd="2" destOrd="0" presId="urn:microsoft.com/office/officeart/2005/8/layout/pList2"/>
    <dgm:cxn modelId="{8E62FADA-EE8F-4E13-BEF9-1319D961D40E}" type="presParOf" srcId="{4FC75ADB-3205-4ED5-962F-2B6AF59876A4}" destId="{790538D6-05FD-47DE-9C00-F4A267B24F3A}" srcOrd="0" destOrd="0" presId="urn:microsoft.com/office/officeart/2005/8/layout/pList2"/>
    <dgm:cxn modelId="{2880A2A4-125C-4F44-8A42-C0CCE753AE83}" type="presParOf" srcId="{4FC75ADB-3205-4ED5-962F-2B6AF59876A4}" destId="{92686141-2239-40EA-A01C-4739A11EC468}" srcOrd="1" destOrd="0" presId="urn:microsoft.com/office/officeart/2005/8/layout/pList2"/>
    <dgm:cxn modelId="{77B45E7F-A50F-476C-A513-CA8E3D3BDBE8}" type="presParOf" srcId="{4FC75ADB-3205-4ED5-962F-2B6AF59876A4}" destId="{172BC348-A400-40C8-861E-883A3A021789}" srcOrd="2" destOrd="0" presId="urn:microsoft.com/office/officeart/2005/8/layout/pList2"/>
    <dgm:cxn modelId="{9CC52E5E-A54A-4023-A9BA-00E6C1BCBD70}" type="presParOf" srcId="{F507139F-838C-4ED6-92BD-954B317A595A}" destId="{A0C6C5DE-6D7E-4EBF-B06B-F1E0A2E2A664}" srcOrd="3" destOrd="0" presId="urn:microsoft.com/office/officeart/2005/8/layout/pList2"/>
    <dgm:cxn modelId="{DD9EFCC2-E991-404B-AFCB-133AED0FE460}" type="presParOf" srcId="{F507139F-838C-4ED6-92BD-954B317A595A}" destId="{7086B4C5-0A4A-497B-B39D-DD07A5185F96}" srcOrd="4" destOrd="0" presId="urn:microsoft.com/office/officeart/2005/8/layout/pList2"/>
    <dgm:cxn modelId="{89C5169C-3201-4FA8-AF39-0734E794C46E}" type="presParOf" srcId="{7086B4C5-0A4A-497B-B39D-DD07A5185F96}" destId="{864B3EBD-4DF7-44FE-A445-33AB592BB835}" srcOrd="0" destOrd="0" presId="urn:microsoft.com/office/officeart/2005/8/layout/pList2"/>
    <dgm:cxn modelId="{8D5F3866-B190-4682-B188-AF7E69FF1EBD}" type="presParOf" srcId="{7086B4C5-0A4A-497B-B39D-DD07A5185F96}" destId="{478DB262-3899-4FC9-8E7C-4045B1F6DBD5}" srcOrd="1" destOrd="0" presId="urn:microsoft.com/office/officeart/2005/8/layout/pList2"/>
    <dgm:cxn modelId="{CB8C501E-4078-4E4D-83A9-7C0E40C61500}" type="presParOf" srcId="{7086B4C5-0A4A-497B-B39D-DD07A5185F96}" destId="{EF7DAEB6-2328-4002-891E-28D2EB4CB0A8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07EF5B-5401-497F-8CF8-425EF1F39E6A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0927B1E-1921-421A-96C1-C3E285179220}">
      <dgm:prSet/>
      <dgm:spPr/>
      <dgm:t>
        <a:bodyPr/>
        <a:lstStyle/>
        <a:p>
          <a:r>
            <a:rPr lang="en-US" b="1"/>
            <a:t>Features used:</a:t>
          </a:r>
          <a:endParaRPr lang="en-US"/>
        </a:p>
      </dgm:t>
    </dgm:pt>
    <dgm:pt modelId="{B87E4906-2D7F-401A-BF25-A8691D71CD69}" type="parTrans" cxnId="{29B80729-2D34-4F91-90DA-E8E82D332FB7}">
      <dgm:prSet/>
      <dgm:spPr/>
      <dgm:t>
        <a:bodyPr/>
        <a:lstStyle/>
        <a:p>
          <a:endParaRPr lang="en-US"/>
        </a:p>
      </dgm:t>
    </dgm:pt>
    <dgm:pt modelId="{D74EDE2D-533C-486E-ACD9-EF558F19E3F0}" type="sibTrans" cxnId="{29B80729-2D34-4F91-90DA-E8E82D332FB7}">
      <dgm:prSet/>
      <dgm:spPr/>
      <dgm:t>
        <a:bodyPr/>
        <a:lstStyle/>
        <a:p>
          <a:endParaRPr lang="en-US"/>
        </a:p>
      </dgm:t>
    </dgm:pt>
    <dgm:pt modelId="{6404F7F9-F549-48DA-BA62-A7D7BE21993E}">
      <dgm:prSet/>
      <dgm:spPr/>
      <dgm:t>
        <a:bodyPr/>
        <a:lstStyle/>
        <a:p>
          <a:r>
            <a:rPr lang="en-US"/>
            <a:t>Mileage, price, model_year, make, model, series, style, certified, price_analysis, drivetrain_from_vin, engine_from_vin, fuel_type_from_vin, number_price_changes, stock_type</a:t>
          </a:r>
        </a:p>
      </dgm:t>
    </dgm:pt>
    <dgm:pt modelId="{57C9A761-7D44-4108-994A-7223432F0502}" type="parTrans" cxnId="{E8C63630-2D41-4435-9DCE-A9FFDD537CC3}">
      <dgm:prSet/>
      <dgm:spPr/>
      <dgm:t>
        <a:bodyPr/>
        <a:lstStyle/>
        <a:p>
          <a:endParaRPr lang="en-US"/>
        </a:p>
      </dgm:t>
    </dgm:pt>
    <dgm:pt modelId="{75854083-050E-4108-856E-930E5DDC2419}" type="sibTrans" cxnId="{E8C63630-2D41-4435-9DCE-A9FFDD537CC3}">
      <dgm:prSet/>
      <dgm:spPr/>
      <dgm:t>
        <a:bodyPr/>
        <a:lstStyle/>
        <a:p>
          <a:endParaRPr lang="en-US"/>
        </a:p>
      </dgm:t>
    </dgm:pt>
    <dgm:pt modelId="{B431FC85-C1BF-4DEC-A118-3233A393C07C}">
      <dgm:prSet/>
      <dgm:spPr/>
      <dgm:t>
        <a:bodyPr/>
        <a:lstStyle/>
        <a:p>
          <a:r>
            <a:rPr lang="en-US"/>
            <a:t>Label Encoding used for categorical features.</a:t>
          </a:r>
        </a:p>
      </dgm:t>
    </dgm:pt>
    <dgm:pt modelId="{A0113E07-FE5B-4206-A495-8233D45DC43E}" type="parTrans" cxnId="{6F892F6F-686B-45AC-829E-50DAB1867C13}">
      <dgm:prSet/>
      <dgm:spPr/>
      <dgm:t>
        <a:bodyPr/>
        <a:lstStyle/>
        <a:p>
          <a:endParaRPr lang="en-US"/>
        </a:p>
      </dgm:t>
    </dgm:pt>
    <dgm:pt modelId="{AB221617-CF6E-43E6-BD4F-C39C555EFD84}" type="sibTrans" cxnId="{6F892F6F-686B-45AC-829E-50DAB1867C13}">
      <dgm:prSet/>
      <dgm:spPr/>
      <dgm:t>
        <a:bodyPr/>
        <a:lstStyle/>
        <a:p>
          <a:endParaRPr lang="en-US"/>
        </a:p>
      </dgm:t>
    </dgm:pt>
    <dgm:pt modelId="{26EDFBDB-5129-4854-A480-D7BAA8019BD8}" type="pres">
      <dgm:prSet presAssocID="{FE07EF5B-5401-497F-8CF8-425EF1F39E6A}" presName="outerComposite" presStyleCnt="0">
        <dgm:presLayoutVars>
          <dgm:chMax val="5"/>
          <dgm:dir/>
          <dgm:resizeHandles val="exact"/>
        </dgm:presLayoutVars>
      </dgm:prSet>
      <dgm:spPr/>
    </dgm:pt>
    <dgm:pt modelId="{E2C09276-E13E-4040-879D-7EC038D725AA}" type="pres">
      <dgm:prSet presAssocID="{FE07EF5B-5401-497F-8CF8-425EF1F39E6A}" presName="dummyMaxCanvas" presStyleCnt="0">
        <dgm:presLayoutVars/>
      </dgm:prSet>
      <dgm:spPr/>
    </dgm:pt>
    <dgm:pt modelId="{86C68D31-4A44-4842-B3F5-BCC0FA326A2B}" type="pres">
      <dgm:prSet presAssocID="{FE07EF5B-5401-497F-8CF8-425EF1F39E6A}" presName="ThreeNodes_1" presStyleLbl="node1" presStyleIdx="0" presStyleCnt="3">
        <dgm:presLayoutVars>
          <dgm:bulletEnabled val="1"/>
        </dgm:presLayoutVars>
      </dgm:prSet>
      <dgm:spPr/>
    </dgm:pt>
    <dgm:pt modelId="{06930FC5-44C1-4638-B3AE-BA55305C2059}" type="pres">
      <dgm:prSet presAssocID="{FE07EF5B-5401-497F-8CF8-425EF1F39E6A}" presName="ThreeNodes_2" presStyleLbl="node1" presStyleIdx="1" presStyleCnt="3">
        <dgm:presLayoutVars>
          <dgm:bulletEnabled val="1"/>
        </dgm:presLayoutVars>
      </dgm:prSet>
      <dgm:spPr/>
    </dgm:pt>
    <dgm:pt modelId="{A011E6C0-7E12-4692-9CEB-DB9AF31F4513}" type="pres">
      <dgm:prSet presAssocID="{FE07EF5B-5401-497F-8CF8-425EF1F39E6A}" presName="ThreeNodes_3" presStyleLbl="node1" presStyleIdx="2" presStyleCnt="3">
        <dgm:presLayoutVars>
          <dgm:bulletEnabled val="1"/>
        </dgm:presLayoutVars>
      </dgm:prSet>
      <dgm:spPr/>
    </dgm:pt>
    <dgm:pt modelId="{927B4C80-B0DC-441F-B89D-2F41DF3B789E}" type="pres">
      <dgm:prSet presAssocID="{FE07EF5B-5401-497F-8CF8-425EF1F39E6A}" presName="ThreeConn_1-2" presStyleLbl="fgAccFollowNode1" presStyleIdx="0" presStyleCnt="2">
        <dgm:presLayoutVars>
          <dgm:bulletEnabled val="1"/>
        </dgm:presLayoutVars>
      </dgm:prSet>
      <dgm:spPr/>
    </dgm:pt>
    <dgm:pt modelId="{65EF0232-F4A3-41FD-B299-98BB2399EB0A}" type="pres">
      <dgm:prSet presAssocID="{FE07EF5B-5401-497F-8CF8-425EF1F39E6A}" presName="ThreeConn_2-3" presStyleLbl="fgAccFollowNode1" presStyleIdx="1" presStyleCnt="2">
        <dgm:presLayoutVars>
          <dgm:bulletEnabled val="1"/>
        </dgm:presLayoutVars>
      </dgm:prSet>
      <dgm:spPr/>
    </dgm:pt>
    <dgm:pt modelId="{FCE83D9A-469C-4FB2-9334-360BC62784E7}" type="pres">
      <dgm:prSet presAssocID="{FE07EF5B-5401-497F-8CF8-425EF1F39E6A}" presName="ThreeNodes_1_text" presStyleLbl="node1" presStyleIdx="2" presStyleCnt="3">
        <dgm:presLayoutVars>
          <dgm:bulletEnabled val="1"/>
        </dgm:presLayoutVars>
      </dgm:prSet>
      <dgm:spPr/>
    </dgm:pt>
    <dgm:pt modelId="{D7CFF701-4169-4386-88FA-C035FF9F971B}" type="pres">
      <dgm:prSet presAssocID="{FE07EF5B-5401-497F-8CF8-425EF1F39E6A}" presName="ThreeNodes_2_text" presStyleLbl="node1" presStyleIdx="2" presStyleCnt="3">
        <dgm:presLayoutVars>
          <dgm:bulletEnabled val="1"/>
        </dgm:presLayoutVars>
      </dgm:prSet>
      <dgm:spPr/>
    </dgm:pt>
    <dgm:pt modelId="{8086EF6F-5C5E-428E-928A-1865BBC71362}" type="pres">
      <dgm:prSet presAssocID="{FE07EF5B-5401-497F-8CF8-425EF1F39E6A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7327E90C-6DC2-49B4-8B95-3C053A150E03}" type="presOf" srcId="{FE07EF5B-5401-497F-8CF8-425EF1F39E6A}" destId="{26EDFBDB-5129-4854-A480-D7BAA8019BD8}" srcOrd="0" destOrd="0" presId="urn:microsoft.com/office/officeart/2005/8/layout/vProcess5"/>
    <dgm:cxn modelId="{29B80729-2D34-4F91-90DA-E8E82D332FB7}" srcId="{FE07EF5B-5401-497F-8CF8-425EF1F39E6A}" destId="{60927B1E-1921-421A-96C1-C3E285179220}" srcOrd="0" destOrd="0" parTransId="{B87E4906-2D7F-401A-BF25-A8691D71CD69}" sibTransId="{D74EDE2D-533C-486E-ACD9-EF558F19E3F0}"/>
    <dgm:cxn modelId="{E8C63630-2D41-4435-9DCE-A9FFDD537CC3}" srcId="{FE07EF5B-5401-497F-8CF8-425EF1F39E6A}" destId="{6404F7F9-F549-48DA-BA62-A7D7BE21993E}" srcOrd="1" destOrd="0" parTransId="{57C9A761-7D44-4108-994A-7223432F0502}" sibTransId="{75854083-050E-4108-856E-930E5DDC2419}"/>
    <dgm:cxn modelId="{27F8AB33-B0C9-420A-8A71-B9F3B1FF1DC7}" type="presOf" srcId="{B431FC85-C1BF-4DEC-A118-3233A393C07C}" destId="{8086EF6F-5C5E-428E-928A-1865BBC71362}" srcOrd="1" destOrd="0" presId="urn:microsoft.com/office/officeart/2005/8/layout/vProcess5"/>
    <dgm:cxn modelId="{C3B93967-530C-49BA-8E86-4BF01F4852F1}" type="presOf" srcId="{60927B1E-1921-421A-96C1-C3E285179220}" destId="{FCE83D9A-469C-4FB2-9334-360BC62784E7}" srcOrd="1" destOrd="0" presId="urn:microsoft.com/office/officeart/2005/8/layout/vProcess5"/>
    <dgm:cxn modelId="{6F892F6F-686B-45AC-829E-50DAB1867C13}" srcId="{FE07EF5B-5401-497F-8CF8-425EF1F39E6A}" destId="{B431FC85-C1BF-4DEC-A118-3233A393C07C}" srcOrd="2" destOrd="0" parTransId="{A0113E07-FE5B-4206-A495-8233D45DC43E}" sibTransId="{AB221617-CF6E-43E6-BD4F-C39C555EFD84}"/>
    <dgm:cxn modelId="{CAC5D291-7645-4E23-8B54-6F86483785F6}" type="presOf" srcId="{60927B1E-1921-421A-96C1-C3E285179220}" destId="{86C68D31-4A44-4842-B3F5-BCC0FA326A2B}" srcOrd="0" destOrd="0" presId="urn:microsoft.com/office/officeart/2005/8/layout/vProcess5"/>
    <dgm:cxn modelId="{ECC6BFAF-1D5D-4B51-B525-8C0B7BF5C6C7}" type="presOf" srcId="{D74EDE2D-533C-486E-ACD9-EF558F19E3F0}" destId="{927B4C80-B0DC-441F-B89D-2F41DF3B789E}" srcOrd="0" destOrd="0" presId="urn:microsoft.com/office/officeart/2005/8/layout/vProcess5"/>
    <dgm:cxn modelId="{AAF64BB7-D93C-4302-8EB0-08E76BA746BB}" type="presOf" srcId="{B431FC85-C1BF-4DEC-A118-3233A393C07C}" destId="{A011E6C0-7E12-4692-9CEB-DB9AF31F4513}" srcOrd="0" destOrd="0" presId="urn:microsoft.com/office/officeart/2005/8/layout/vProcess5"/>
    <dgm:cxn modelId="{AA7053C9-58BF-452E-8CED-85AA04873ED0}" type="presOf" srcId="{6404F7F9-F549-48DA-BA62-A7D7BE21993E}" destId="{D7CFF701-4169-4386-88FA-C035FF9F971B}" srcOrd="1" destOrd="0" presId="urn:microsoft.com/office/officeart/2005/8/layout/vProcess5"/>
    <dgm:cxn modelId="{0ACE4BCF-F819-4F44-B785-F240BDBFA264}" type="presOf" srcId="{6404F7F9-F549-48DA-BA62-A7D7BE21993E}" destId="{06930FC5-44C1-4638-B3AE-BA55305C2059}" srcOrd="0" destOrd="0" presId="urn:microsoft.com/office/officeart/2005/8/layout/vProcess5"/>
    <dgm:cxn modelId="{E10042D9-E9AC-49A3-950E-52069C01F7AE}" type="presOf" srcId="{75854083-050E-4108-856E-930E5DDC2419}" destId="{65EF0232-F4A3-41FD-B299-98BB2399EB0A}" srcOrd="0" destOrd="0" presId="urn:microsoft.com/office/officeart/2005/8/layout/vProcess5"/>
    <dgm:cxn modelId="{C8D88A31-DFF7-408B-B91D-088B0128C6AF}" type="presParOf" srcId="{26EDFBDB-5129-4854-A480-D7BAA8019BD8}" destId="{E2C09276-E13E-4040-879D-7EC038D725AA}" srcOrd="0" destOrd="0" presId="urn:microsoft.com/office/officeart/2005/8/layout/vProcess5"/>
    <dgm:cxn modelId="{5605CC84-0444-419D-8C4A-16657D9BBBF9}" type="presParOf" srcId="{26EDFBDB-5129-4854-A480-D7BAA8019BD8}" destId="{86C68D31-4A44-4842-B3F5-BCC0FA326A2B}" srcOrd="1" destOrd="0" presId="urn:microsoft.com/office/officeart/2005/8/layout/vProcess5"/>
    <dgm:cxn modelId="{6E931ACC-9AC3-4261-9A0B-C2799E7ACF66}" type="presParOf" srcId="{26EDFBDB-5129-4854-A480-D7BAA8019BD8}" destId="{06930FC5-44C1-4638-B3AE-BA55305C2059}" srcOrd="2" destOrd="0" presId="urn:microsoft.com/office/officeart/2005/8/layout/vProcess5"/>
    <dgm:cxn modelId="{DBA5B670-3827-43F1-985B-281B57B690CB}" type="presParOf" srcId="{26EDFBDB-5129-4854-A480-D7BAA8019BD8}" destId="{A011E6C0-7E12-4692-9CEB-DB9AF31F4513}" srcOrd="3" destOrd="0" presId="urn:microsoft.com/office/officeart/2005/8/layout/vProcess5"/>
    <dgm:cxn modelId="{8D76BEFF-339E-4CEC-95D6-1F0F5D318800}" type="presParOf" srcId="{26EDFBDB-5129-4854-A480-D7BAA8019BD8}" destId="{927B4C80-B0DC-441F-B89D-2F41DF3B789E}" srcOrd="4" destOrd="0" presId="urn:microsoft.com/office/officeart/2005/8/layout/vProcess5"/>
    <dgm:cxn modelId="{60209638-671A-4324-B39C-8DDCFFA9123F}" type="presParOf" srcId="{26EDFBDB-5129-4854-A480-D7BAA8019BD8}" destId="{65EF0232-F4A3-41FD-B299-98BB2399EB0A}" srcOrd="5" destOrd="0" presId="urn:microsoft.com/office/officeart/2005/8/layout/vProcess5"/>
    <dgm:cxn modelId="{60C2C26F-167A-4D84-8FD5-0827077821B0}" type="presParOf" srcId="{26EDFBDB-5129-4854-A480-D7BAA8019BD8}" destId="{FCE83D9A-469C-4FB2-9334-360BC62784E7}" srcOrd="6" destOrd="0" presId="urn:microsoft.com/office/officeart/2005/8/layout/vProcess5"/>
    <dgm:cxn modelId="{59053F9B-B942-421F-92C5-68CDCC80B652}" type="presParOf" srcId="{26EDFBDB-5129-4854-A480-D7BAA8019BD8}" destId="{D7CFF701-4169-4386-88FA-C035FF9F971B}" srcOrd="7" destOrd="0" presId="urn:microsoft.com/office/officeart/2005/8/layout/vProcess5"/>
    <dgm:cxn modelId="{391456A8-B828-4A76-B41C-EF2379EB4ECA}" type="presParOf" srcId="{26EDFBDB-5129-4854-A480-D7BAA8019BD8}" destId="{8086EF6F-5C5E-428E-928A-1865BBC71362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628FB17-F916-498D-AE73-1881B256DCB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4E96BE6-8929-47BB-840B-648D6D6E0D48}">
      <dgm:prSet/>
      <dgm:spPr/>
      <dgm:t>
        <a:bodyPr/>
        <a:lstStyle/>
        <a:p>
          <a:r>
            <a:rPr lang="en-US"/>
            <a:t>Handled null values and cleaned categorical features.</a:t>
          </a:r>
        </a:p>
      </dgm:t>
    </dgm:pt>
    <dgm:pt modelId="{F9853FC9-FD98-4E67-B8AA-4573B8368AD6}" type="parTrans" cxnId="{C88B0347-6856-4AF8-A911-8300EAF8EC5A}">
      <dgm:prSet/>
      <dgm:spPr/>
      <dgm:t>
        <a:bodyPr/>
        <a:lstStyle/>
        <a:p>
          <a:endParaRPr lang="en-US"/>
        </a:p>
      </dgm:t>
    </dgm:pt>
    <dgm:pt modelId="{81803221-8739-49E1-B058-36E63EFB4A5D}" type="sibTrans" cxnId="{C88B0347-6856-4AF8-A911-8300EAF8EC5A}">
      <dgm:prSet/>
      <dgm:spPr/>
      <dgm:t>
        <a:bodyPr/>
        <a:lstStyle/>
        <a:p>
          <a:endParaRPr lang="en-US"/>
        </a:p>
      </dgm:t>
    </dgm:pt>
    <dgm:pt modelId="{4D3AD953-BD75-4727-B346-60AEC6BB059C}">
      <dgm:prSet/>
      <dgm:spPr/>
      <dgm:t>
        <a:bodyPr/>
        <a:lstStyle/>
        <a:p>
          <a:r>
            <a:rPr lang="en-US"/>
            <a:t>Label Encoded columns like make, model, drivetrain, etc.</a:t>
          </a:r>
        </a:p>
      </dgm:t>
    </dgm:pt>
    <dgm:pt modelId="{3F687FF4-9820-452C-98B7-9094F42DB327}" type="parTrans" cxnId="{C1AE57D8-9F45-40E2-AC3D-0417315D8C9D}">
      <dgm:prSet/>
      <dgm:spPr/>
      <dgm:t>
        <a:bodyPr/>
        <a:lstStyle/>
        <a:p>
          <a:endParaRPr lang="en-US"/>
        </a:p>
      </dgm:t>
    </dgm:pt>
    <dgm:pt modelId="{9CD71D3D-8F17-4983-B6B9-CC01D6D1C996}" type="sibTrans" cxnId="{C1AE57D8-9F45-40E2-AC3D-0417315D8C9D}">
      <dgm:prSet/>
      <dgm:spPr/>
      <dgm:t>
        <a:bodyPr/>
        <a:lstStyle/>
        <a:p>
          <a:endParaRPr lang="en-US"/>
        </a:p>
      </dgm:t>
    </dgm:pt>
    <dgm:pt modelId="{631DE45C-F8BD-447E-B5EE-FAEFFB2C23F8}">
      <dgm:prSet/>
      <dgm:spPr/>
      <dgm:t>
        <a:bodyPr/>
        <a:lstStyle/>
        <a:p>
          <a:r>
            <a:rPr lang="en-US"/>
            <a:t>Scaled numerical values for mileage, price, and model_year.</a:t>
          </a:r>
        </a:p>
      </dgm:t>
    </dgm:pt>
    <dgm:pt modelId="{64AF46C4-777E-435D-B827-41AB78854CC0}" type="parTrans" cxnId="{108447A9-2209-4306-9CEB-CBD84EC813CB}">
      <dgm:prSet/>
      <dgm:spPr/>
      <dgm:t>
        <a:bodyPr/>
        <a:lstStyle/>
        <a:p>
          <a:endParaRPr lang="en-US"/>
        </a:p>
      </dgm:t>
    </dgm:pt>
    <dgm:pt modelId="{007129B0-5F83-4E09-B995-2F3C267D4CCE}" type="sibTrans" cxnId="{108447A9-2209-4306-9CEB-CBD84EC813CB}">
      <dgm:prSet/>
      <dgm:spPr/>
      <dgm:t>
        <a:bodyPr/>
        <a:lstStyle/>
        <a:p>
          <a:endParaRPr lang="en-US"/>
        </a:p>
      </dgm:t>
    </dgm:pt>
    <dgm:pt modelId="{E2590F93-CD20-476A-8AFB-F59D628A07D8}">
      <dgm:prSet/>
      <dgm:spPr/>
      <dgm:t>
        <a:bodyPr/>
        <a:lstStyle/>
        <a:p>
          <a:r>
            <a:rPr lang="en-US"/>
            <a:t>Removed highly correlated features to reduce overfitting.</a:t>
          </a:r>
        </a:p>
      </dgm:t>
    </dgm:pt>
    <dgm:pt modelId="{D4B22DBC-7080-4557-BA60-43BACE5C6F07}" type="parTrans" cxnId="{CA68D14B-2868-4E05-9207-419674122E8D}">
      <dgm:prSet/>
      <dgm:spPr/>
      <dgm:t>
        <a:bodyPr/>
        <a:lstStyle/>
        <a:p>
          <a:endParaRPr lang="en-US"/>
        </a:p>
      </dgm:t>
    </dgm:pt>
    <dgm:pt modelId="{761C8D3A-927D-4767-93A1-916924DDC35B}" type="sibTrans" cxnId="{CA68D14B-2868-4E05-9207-419674122E8D}">
      <dgm:prSet/>
      <dgm:spPr/>
      <dgm:t>
        <a:bodyPr/>
        <a:lstStyle/>
        <a:p>
          <a:endParaRPr lang="en-US"/>
        </a:p>
      </dgm:t>
    </dgm:pt>
    <dgm:pt modelId="{D69CD2B9-8932-4420-A2F9-CB6ACCE5566D}" type="pres">
      <dgm:prSet presAssocID="{9628FB17-F916-498D-AE73-1881B256DCB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0D9E6FA-B8CC-4C1D-B57D-A06426A87DCC}" type="pres">
      <dgm:prSet presAssocID="{C4E96BE6-8929-47BB-840B-648D6D6E0D48}" presName="hierRoot1" presStyleCnt="0"/>
      <dgm:spPr/>
    </dgm:pt>
    <dgm:pt modelId="{1FCFB174-3662-466D-8C83-DC0E91B4B472}" type="pres">
      <dgm:prSet presAssocID="{C4E96BE6-8929-47BB-840B-648D6D6E0D48}" presName="composite" presStyleCnt="0"/>
      <dgm:spPr/>
    </dgm:pt>
    <dgm:pt modelId="{07868EE5-B0F3-43EA-95F9-F6EDFF74BA35}" type="pres">
      <dgm:prSet presAssocID="{C4E96BE6-8929-47BB-840B-648D6D6E0D48}" presName="background" presStyleLbl="node0" presStyleIdx="0" presStyleCnt="4"/>
      <dgm:spPr/>
    </dgm:pt>
    <dgm:pt modelId="{D82CA999-84C8-4156-B0E4-A18F6564B4DD}" type="pres">
      <dgm:prSet presAssocID="{C4E96BE6-8929-47BB-840B-648D6D6E0D48}" presName="text" presStyleLbl="fgAcc0" presStyleIdx="0" presStyleCnt="4">
        <dgm:presLayoutVars>
          <dgm:chPref val="3"/>
        </dgm:presLayoutVars>
      </dgm:prSet>
      <dgm:spPr/>
    </dgm:pt>
    <dgm:pt modelId="{450B66FA-4054-41BC-8D3C-C2C9DCAF1ED1}" type="pres">
      <dgm:prSet presAssocID="{C4E96BE6-8929-47BB-840B-648D6D6E0D48}" presName="hierChild2" presStyleCnt="0"/>
      <dgm:spPr/>
    </dgm:pt>
    <dgm:pt modelId="{15009818-F26B-421E-9975-93048B8D3888}" type="pres">
      <dgm:prSet presAssocID="{4D3AD953-BD75-4727-B346-60AEC6BB059C}" presName="hierRoot1" presStyleCnt="0"/>
      <dgm:spPr/>
    </dgm:pt>
    <dgm:pt modelId="{AF9A54DB-75F0-4CBC-943B-50D04A04B75F}" type="pres">
      <dgm:prSet presAssocID="{4D3AD953-BD75-4727-B346-60AEC6BB059C}" presName="composite" presStyleCnt="0"/>
      <dgm:spPr/>
    </dgm:pt>
    <dgm:pt modelId="{AE244CA6-C728-4E18-83C3-E30BD55DAD16}" type="pres">
      <dgm:prSet presAssocID="{4D3AD953-BD75-4727-B346-60AEC6BB059C}" presName="background" presStyleLbl="node0" presStyleIdx="1" presStyleCnt="4"/>
      <dgm:spPr/>
    </dgm:pt>
    <dgm:pt modelId="{9DD13134-BCD3-42B8-B96D-90C739509BE7}" type="pres">
      <dgm:prSet presAssocID="{4D3AD953-BD75-4727-B346-60AEC6BB059C}" presName="text" presStyleLbl="fgAcc0" presStyleIdx="1" presStyleCnt="4">
        <dgm:presLayoutVars>
          <dgm:chPref val="3"/>
        </dgm:presLayoutVars>
      </dgm:prSet>
      <dgm:spPr/>
    </dgm:pt>
    <dgm:pt modelId="{01A0276A-ADCA-4ECC-97CF-9736BDB91EC7}" type="pres">
      <dgm:prSet presAssocID="{4D3AD953-BD75-4727-B346-60AEC6BB059C}" presName="hierChild2" presStyleCnt="0"/>
      <dgm:spPr/>
    </dgm:pt>
    <dgm:pt modelId="{6A8FAB43-B1DC-4997-8FB9-8DB80E5F16F3}" type="pres">
      <dgm:prSet presAssocID="{631DE45C-F8BD-447E-B5EE-FAEFFB2C23F8}" presName="hierRoot1" presStyleCnt="0"/>
      <dgm:spPr/>
    </dgm:pt>
    <dgm:pt modelId="{1EEEDEB0-2EFD-4242-BAC8-971399BAE2E5}" type="pres">
      <dgm:prSet presAssocID="{631DE45C-F8BD-447E-B5EE-FAEFFB2C23F8}" presName="composite" presStyleCnt="0"/>
      <dgm:spPr/>
    </dgm:pt>
    <dgm:pt modelId="{3787747F-FC19-466D-BB4A-00AE6D464378}" type="pres">
      <dgm:prSet presAssocID="{631DE45C-F8BD-447E-B5EE-FAEFFB2C23F8}" presName="background" presStyleLbl="node0" presStyleIdx="2" presStyleCnt="4"/>
      <dgm:spPr/>
    </dgm:pt>
    <dgm:pt modelId="{66F49AFB-95BB-41BD-AA30-7EBD705E9A06}" type="pres">
      <dgm:prSet presAssocID="{631DE45C-F8BD-447E-B5EE-FAEFFB2C23F8}" presName="text" presStyleLbl="fgAcc0" presStyleIdx="2" presStyleCnt="4">
        <dgm:presLayoutVars>
          <dgm:chPref val="3"/>
        </dgm:presLayoutVars>
      </dgm:prSet>
      <dgm:spPr/>
    </dgm:pt>
    <dgm:pt modelId="{DAE003B8-808F-48BE-89E7-46D8743EE8EA}" type="pres">
      <dgm:prSet presAssocID="{631DE45C-F8BD-447E-B5EE-FAEFFB2C23F8}" presName="hierChild2" presStyleCnt="0"/>
      <dgm:spPr/>
    </dgm:pt>
    <dgm:pt modelId="{49F33BC9-7CF9-485E-AF5E-1B51C0F81CDE}" type="pres">
      <dgm:prSet presAssocID="{E2590F93-CD20-476A-8AFB-F59D628A07D8}" presName="hierRoot1" presStyleCnt="0"/>
      <dgm:spPr/>
    </dgm:pt>
    <dgm:pt modelId="{8BF56F0D-1862-4CCD-9B9B-2D11A99ADFDF}" type="pres">
      <dgm:prSet presAssocID="{E2590F93-CD20-476A-8AFB-F59D628A07D8}" presName="composite" presStyleCnt="0"/>
      <dgm:spPr/>
    </dgm:pt>
    <dgm:pt modelId="{E0CE0727-E48B-43C2-B0F3-DE6F2B55569A}" type="pres">
      <dgm:prSet presAssocID="{E2590F93-CD20-476A-8AFB-F59D628A07D8}" presName="background" presStyleLbl="node0" presStyleIdx="3" presStyleCnt="4"/>
      <dgm:spPr/>
    </dgm:pt>
    <dgm:pt modelId="{D1BD6AD3-0E4D-401F-A791-ED6A1CADAF8B}" type="pres">
      <dgm:prSet presAssocID="{E2590F93-CD20-476A-8AFB-F59D628A07D8}" presName="text" presStyleLbl="fgAcc0" presStyleIdx="3" presStyleCnt="4">
        <dgm:presLayoutVars>
          <dgm:chPref val="3"/>
        </dgm:presLayoutVars>
      </dgm:prSet>
      <dgm:spPr/>
    </dgm:pt>
    <dgm:pt modelId="{38F956E1-E50B-4865-89A3-CA3ABFC3BC0D}" type="pres">
      <dgm:prSet presAssocID="{E2590F93-CD20-476A-8AFB-F59D628A07D8}" presName="hierChild2" presStyleCnt="0"/>
      <dgm:spPr/>
    </dgm:pt>
  </dgm:ptLst>
  <dgm:cxnLst>
    <dgm:cxn modelId="{A845DD22-3B48-4CB1-A5AA-070A8440EB18}" type="presOf" srcId="{9628FB17-F916-498D-AE73-1881B256DCB5}" destId="{D69CD2B9-8932-4420-A2F9-CB6ACCE5566D}" srcOrd="0" destOrd="0" presId="urn:microsoft.com/office/officeart/2005/8/layout/hierarchy1"/>
    <dgm:cxn modelId="{77F4523C-4EE6-4948-B871-F12481025A29}" type="presOf" srcId="{631DE45C-F8BD-447E-B5EE-FAEFFB2C23F8}" destId="{66F49AFB-95BB-41BD-AA30-7EBD705E9A06}" srcOrd="0" destOrd="0" presId="urn:microsoft.com/office/officeart/2005/8/layout/hierarchy1"/>
    <dgm:cxn modelId="{C88B0347-6856-4AF8-A911-8300EAF8EC5A}" srcId="{9628FB17-F916-498D-AE73-1881B256DCB5}" destId="{C4E96BE6-8929-47BB-840B-648D6D6E0D48}" srcOrd="0" destOrd="0" parTransId="{F9853FC9-FD98-4E67-B8AA-4573B8368AD6}" sibTransId="{81803221-8739-49E1-B058-36E63EFB4A5D}"/>
    <dgm:cxn modelId="{CA68D14B-2868-4E05-9207-419674122E8D}" srcId="{9628FB17-F916-498D-AE73-1881B256DCB5}" destId="{E2590F93-CD20-476A-8AFB-F59D628A07D8}" srcOrd="3" destOrd="0" parTransId="{D4B22DBC-7080-4557-BA60-43BACE5C6F07}" sibTransId="{761C8D3A-927D-4767-93A1-916924DDC35B}"/>
    <dgm:cxn modelId="{0864F858-3ACF-4AAB-A169-5F1FAEF73C4B}" type="presOf" srcId="{E2590F93-CD20-476A-8AFB-F59D628A07D8}" destId="{D1BD6AD3-0E4D-401F-A791-ED6A1CADAF8B}" srcOrd="0" destOrd="0" presId="urn:microsoft.com/office/officeart/2005/8/layout/hierarchy1"/>
    <dgm:cxn modelId="{48B6B58A-8DB6-4C9C-9A3B-E4658F4CCF9A}" type="presOf" srcId="{4D3AD953-BD75-4727-B346-60AEC6BB059C}" destId="{9DD13134-BCD3-42B8-B96D-90C739509BE7}" srcOrd="0" destOrd="0" presId="urn:microsoft.com/office/officeart/2005/8/layout/hierarchy1"/>
    <dgm:cxn modelId="{108447A9-2209-4306-9CEB-CBD84EC813CB}" srcId="{9628FB17-F916-498D-AE73-1881B256DCB5}" destId="{631DE45C-F8BD-447E-B5EE-FAEFFB2C23F8}" srcOrd="2" destOrd="0" parTransId="{64AF46C4-777E-435D-B827-41AB78854CC0}" sibTransId="{007129B0-5F83-4E09-B995-2F3C267D4CCE}"/>
    <dgm:cxn modelId="{C1AE57D8-9F45-40E2-AC3D-0417315D8C9D}" srcId="{9628FB17-F916-498D-AE73-1881B256DCB5}" destId="{4D3AD953-BD75-4727-B346-60AEC6BB059C}" srcOrd="1" destOrd="0" parTransId="{3F687FF4-9820-452C-98B7-9094F42DB327}" sibTransId="{9CD71D3D-8F17-4983-B6B9-CC01D6D1C996}"/>
    <dgm:cxn modelId="{C4BB5BF6-1423-4CCC-B28B-5B6EA0CB858F}" type="presOf" srcId="{C4E96BE6-8929-47BB-840B-648D6D6E0D48}" destId="{D82CA999-84C8-4156-B0E4-A18F6564B4DD}" srcOrd="0" destOrd="0" presId="urn:microsoft.com/office/officeart/2005/8/layout/hierarchy1"/>
    <dgm:cxn modelId="{531422B5-16C9-48A6-B051-A4D7D676EB73}" type="presParOf" srcId="{D69CD2B9-8932-4420-A2F9-CB6ACCE5566D}" destId="{E0D9E6FA-B8CC-4C1D-B57D-A06426A87DCC}" srcOrd="0" destOrd="0" presId="urn:microsoft.com/office/officeart/2005/8/layout/hierarchy1"/>
    <dgm:cxn modelId="{E15C3C27-C225-4256-8CB0-CECBCBF51D18}" type="presParOf" srcId="{E0D9E6FA-B8CC-4C1D-B57D-A06426A87DCC}" destId="{1FCFB174-3662-466D-8C83-DC0E91B4B472}" srcOrd="0" destOrd="0" presId="urn:microsoft.com/office/officeart/2005/8/layout/hierarchy1"/>
    <dgm:cxn modelId="{445067CE-7596-455E-A501-FC2F3159D0EE}" type="presParOf" srcId="{1FCFB174-3662-466D-8C83-DC0E91B4B472}" destId="{07868EE5-B0F3-43EA-95F9-F6EDFF74BA35}" srcOrd="0" destOrd="0" presId="urn:microsoft.com/office/officeart/2005/8/layout/hierarchy1"/>
    <dgm:cxn modelId="{F3D90100-6688-40E5-814F-AF6918553D8E}" type="presParOf" srcId="{1FCFB174-3662-466D-8C83-DC0E91B4B472}" destId="{D82CA999-84C8-4156-B0E4-A18F6564B4DD}" srcOrd="1" destOrd="0" presId="urn:microsoft.com/office/officeart/2005/8/layout/hierarchy1"/>
    <dgm:cxn modelId="{D49285C8-B772-477C-A9AE-798409BB01E7}" type="presParOf" srcId="{E0D9E6FA-B8CC-4C1D-B57D-A06426A87DCC}" destId="{450B66FA-4054-41BC-8D3C-C2C9DCAF1ED1}" srcOrd="1" destOrd="0" presId="urn:microsoft.com/office/officeart/2005/8/layout/hierarchy1"/>
    <dgm:cxn modelId="{511EAE0B-9535-47FA-8838-C81931FFB5AF}" type="presParOf" srcId="{D69CD2B9-8932-4420-A2F9-CB6ACCE5566D}" destId="{15009818-F26B-421E-9975-93048B8D3888}" srcOrd="1" destOrd="0" presId="urn:microsoft.com/office/officeart/2005/8/layout/hierarchy1"/>
    <dgm:cxn modelId="{39B0D07E-BE8F-4ABF-A465-5AA59748376F}" type="presParOf" srcId="{15009818-F26B-421E-9975-93048B8D3888}" destId="{AF9A54DB-75F0-4CBC-943B-50D04A04B75F}" srcOrd="0" destOrd="0" presId="urn:microsoft.com/office/officeart/2005/8/layout/hierarchy1"/>
    <dgm:cxn modelId="{01831C5C-7B82-4C53-9D35-38DF109F922D}" type="presParOf" srcId="{AF9A54DB-75F0-4CBC-943B-50D04A04B75F}" destId="{AE244CA6-C728-4E18-83C3-E30BD55DAD16}" srcOrd="0" destOrd="0" presId="urn:microsoft.com/office/officeart/2005/8/layout/hierarchy1"/>
    <dgm:cxn modelId="{1BFEEDBF-2CB5-422A-97B8-70B73476688F}" type="presParOf" srcId="{AF9A54DB-75F0-4CBC-943B-50D04A04B75F}" destId="{9DD13134-BCD3-42B8-B96D-90C739509BE7}" srcOrd="1" destOrd="0" presId="urn:microsoft.com/office/officeart/2005/8/layout/hierarchy1"/>
    <dgm:cxn modelId="{8E42ADB6-BE54-4590-B5A6-D3D8B25E640C}" type="presParOf" srcId="{15009818-F26B-421E-9975-93048B8D3888}" destId="{01A0276A-ADCA-4ECC-97CF-9736BDB91EC7}" srcOrd="1" destOrd="0" presId="urn:microsoft.com/office/officeart/2005/8/layout/hierarchy1"/>
    <dgm:cxn modelId="{4A1AEB3C-F7E6-46EA-B66F-4706B41FEB59}" type="presParOf" srcId="{D69CD2B9-8932-4420-A2F9-CB6ACCE5566D}" destId="{6A8FAB43-B1DC-4997-8FB9-8DB80E5F16F3}" srcOrd="2" destOrd="0" presId="urn:microsoft.com/office/officeart/2005/8/layout/hierarchy1"/>
    <dgm:cxn modelId="{6DEBE65C-C6F6-423F-BE91-735B7F19EA39}" type="presParOf" srcId="{6A8FAB43-B1DC-4997-8FB9-8DB80E5F16F3}" destId="{1EEEDEB0-2EFD-4242-BAC8-971399BAE2E5}" srcOrd="0" destOrd="0" presId="urn:microsoft.com/office/officeart/2005/8/layout/hierarchy1"/>
    <dgm:cxn modelId="{D14E6067-6C82-4A78-A09C-62464C24C2B7}" type="presParOf" srcId="{1EEEDEB0-2EFD-4242-BAC8-971399BAE2E5}" destId="{3787747F-FC19-466D-BB4A-00AE6D464378}" srcOrd="0" destOrd="0" presId="urn:microsoft.com/office/officeart/2005/8/layout/hierarchy1"/>
    <dgm:cxn modelId="{6B62EBA7-2777-4913-8902-BF0F867BC9A1}" type="presParOf" srcId="{1EEEDEB0-2EFD-4242-BAC8-971399BAE2E5}" destId="{66F49AFB-95BB-41BD-AA30-7EBD705E9A06}" srcOrd="1" destOrd="0" presId="urn:microsoft.com/office/officeart/2005/8/layout/hierarchy1"/>
    <dgm:cxn modelId="{DA8E94F6-E50B-4D44-BF99-C06A0E30CF51}" type="presParOf" srcId="{6A8FAB43-B1DC-4997-8FB9-8DB80E5F16F3}" destId="{DAE003B8-808F-48BE-89E7-46D8743EE8EA}" srcOrd="1" destOrd="0" presId="urn:microsoft.com/office/officeart/2005/8/layout/hierarchy1"/>
    <dgm:cxn modelId="{2CF1D506-247C-49FA-B983-864F6F9DBD9B}" type="presParOf" srcId="{D69CD2B9-8932-4420-A2F9-CB6ACCE5566D}" destId="{49F33BC9-7CF9-485E-AF5E-1B51C0F81CDE}" srcOrd="3" destOrd="0" presId="urn:microsoft.com/office/officeart/2005/8/layout/hierarchy1"/>
    <dgm:cxn modelId="{34A4DD3E-36E3-4578-A078-36F55138DCB0}" type="presParOf" srcId="{49F33BC9-7CF9-485E-AF5E-1B51C0F81CDE}" destId="{8BF56F0D-1862-4CCD-9B9B-2D11A99ADFDF}" srcOrd="0" destOrd="0" presId="urn:microsoft.com/office/officeart/2005/8/layout/hierarchy1"/>
    <dgm:cxn modelId="{1CE661B3-B639-44BC-A273-E7BF175F9ECE}" type="presParOf" srcId="{8BF56F0D-1862-4CCD-9B9B-2D11A99ADFDF}" destId="{E0CE0727-E48B-43C2-B0F3-DE6F2B55569A}" srcOrd="0" destOrd="0" presId="urn:microsoft.com/office/officeart/2005/8/layout/hierarchy1"/>
    <dgm:cxn modelId="{2E1B88CD-F492-4BD9-A971-AA2C299F3811}" type="presParOf" srcId="{8BF56F0D-1862-4CCD-9B9B-2D11A99ADFDF}" destId="{D1BD6AD3-0E4D-401F-A791-ED6A1CADAF8B}" srcOrd="1" destOrd="0" presId="urn:microsoft.com/office/officeart/2005/8/layout/hierarchy1"/>
    <dgm:cxn modelId="{BBF5449A-6E78-421F-B1A9-C8C49ADE7E00}" type="presParOf" srcId="{49F33BC9-7CF9-485E-AF5E-1B51C0F81CDE}" destId="{38F956E1-E50B-4865-89A3-CA3ABFC3BC0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EEC3DC4-B38F-4D49-A15B-D2389C05018A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BB45A52-05EE-4548-85CA-618774182E52}">
      <dgm:prSet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A </a:t>
          </a:r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Machine Learning Model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is a system that learns from data to make predictions</a:t>
          </a:r>
          <a:r>
            <a:rPr lang="en-US" sz="900" dirty="0"/>
            <a:t>.</a:t>
          </a:r>
        </a:p>
      </dgm:t>
    </dgm:pt>
    <dgm:pt modelId="{1BFE6606-AEF7-455D-B2ED-54E0BA41DE3C}" type="parTrans" cxnId="{75CF2E13-9CC0-456B-ADA7-88EB4A9DC3F9}">
      <dgm:prSet/>
      <dgm:spPr/>
      <dgm:t>
        <a:bodyPr/>
        <a:lstStyle/>
        <a:p>
          <a:endParaRPr lang="en-US"/>
        </a:p>
      </dgm:t>
    </dgm:pt>
    <dgm:pt modelId="{5063151D-45ED-4C81-9E9B-58D763855381}" type="sibTrans" cxnId="{75CF2E13-9CC0-456B-ADA7-88EB4A9DC3F9}">
      <dgm:prSet/>
      <dgm:spPr/>
      <dgm:t>
        <a:bodyPr/>
        <a:lstStyle/>
        <a:p>
          <a:endParaRPr lang="en-US"/>
        </a:p>
      </dgm:t>
    </dgm:pt>
    <dgm:pt modelId="{DC3655EA-8E1A-467B-B5C8-96B74C9AB012}">
      <dgm:prSet custT="1"/>
      <dgm:spPr/>
      <dgm:t>
        <a:bodyPr/>
        <a:lstStyle/>
        <a:p>
          <a:r>
            <a:rPr lang="en-US" sz="2400" dirty="0"/>
            <a:t>Tried Logistic Regression, Decision Tree, Random Forest, and KNN</a:t>
          </a:r>
          <a:r>
            <a:rPr lang="en-US" sz="900" dirty="0"/>
            <a:t>.
</a:t>
          </a:r>
        </a:p>
      </dgm:t>
    </dgm:pt>
    <dgm:pt modelId="{6E718D36-AAD0-4141-A182-3BFD5E798ADF}" type="parTrans" cxnId="{DE3683D6-7773-407E-A2A2-448C5B9A6FB8}">
      <dgm:prSet/>
      <dgm:spPr/>
      <dgm:t>
        <a:bodyPr/>
        <a:lstStyle/>
        <a:p>
          <a:endParaRPr lang="en-US"/>
        </a:p>
      </dgm:t>
    </dgm:pt>
    <dgm:pt modelId="{76173B03-C8BE-49B8-9798-07C3C4E70EEF}" type="sibTrans" cxnId="{DE3683D6-7773-407E-A2A2-448C5B9A6FB8}">
      <dgm:prSet/>
      <dgm:spPr/>
      <dgm:t>
        <a:bodyPr/>
        <a:lstStyle/>
        <a:p>
          <a:endParaRPr lang="en-US"/>
        </a:p>
      </dgm:t>
    </dgm:pt>
    <dgm:pt modelId="{6FF12471-3938-4BA0-A3ED-16C84935E767}">
      <dgm:prSet custT="1"/>
      <dgm:spPr/>
      <dgm:t>
        <a:bodyPr/>
        <a:lstStyle/>
        <a:p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Final Model: 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Logistic Regression with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RandomizedSearchCV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for hyperparameter tuning</a:t>
          </a:r>
        </a:p>
      </dgm:t>
    </dgm:pt>
    <dgm:pt modelId="{B1605540-E326-4C2A-8E8D-7377E0DF3FFB}" type="parTrans" cxnId="{F846F913-3CF5-4B20-B3F3-115747EDB7E9}">
      <dgm:prSet/>
      <dgm:spPr/>
      <dgm:t>
        <a:bodyPr/>
        <a:lstStyle/>
        <a:p>
          <a:endParaRPr lang="en-US"/>
        </a:p>
      </dgm:t>
    </dgm:pt>
    <dgm:pt modelId="{CFC94CF3-29E2-4DAC-8827-36FFEE2C1810}" type="sibTrans" cxnId="{F846F913-3CF5-4B20-B3F3-115747EDB7E9}">
      <dgm:prSet/>
      <dgm:spPr/>
      <dgm:t>
        <a:bodyPr/>
        <a:lstStyle/>
        <a:p>
          <a:endParaRPr lang="en-US"/>
        </a:p>
      </dgm:t>
    </dgm:pt>
    <dgm:pt modelId="{F3DE7B4A-F240-45E9-B39F-A3D2BCA4BB62}">
      <dgm:prSet custT="1"/>
      <dgm:spPr/>
      <dgm:t>
        <a:bodyPr/>
        <a:lstStyle/>
        <a:p>
          <a:r>
            <a:rPr lang="en-CA" sz="2800" b="1" dirty="0">
              <a:latin typeface="Times New Roman" panose="02020603050405020304" pitchFamily="18" charset="0"/>
              <a:cs typeface="Times New Roman" panose="02020603050405020304" pitchFamily="18" charset="0"/>
            </a:rPr>
            <a:t>Reason for selection</a:t>
          </a:r>
          <a:r>
            <a:rPr lang="en-CA" sz="900" b="1" dirty="0"/>
            <a:t>:
	</a:t>
          </a:r>
          <a:endParaRPr lang="en-US" sz="900" dirty="0"/>
        </a:p>
      </dgm:t>
    </dgm:pt>
    <dgm:pt modelId="{B2CF502E-69A0-4607-8A65-6DE5EA25A04D}" type="parTrans" cxnId="{6832A4A8-10AF-44C7-9ED2-B5570B5C72FA}">
      <dgm:prSet/>
      <dgm:spPr/>
      <dgm:t>
        <a:bodyPr/>
        <a:lstStyle/>
        <a:p>
          <a:endParaRPr lang="en-US"/>
        </a:p>
      </dgm:t>
    </dgm:pt>
    <dgm:pt modelId="{DACC1E79-782A-4ABE-9575-01D8B02419F7}" type="sibTrans" cxnId="{6832A4A8-10AF-44C7-9ED2-B5570B5C72FA}">
      <dgm:prSet/>
      <dgm:spPr/>
      <dgm:t>
        <a:bodyPr/>
        <a:lstStyle/>
        <a:p>
          <a:endParaRPr lang="en-US"/>
        </a:p>
      </dgm:t>
    </dgm:pt>
    <dgm:pt modelId="{2BEC1106-13AE-45FD-9166-B29813019709}">
      <dgm:prSet custT="1"/>
      <dgm:spPr/>
      <dgm:t>
        <a:bodyPr/>
        <a:lstStyle/>
        <a:p>
          <a:pPr rtl="0"/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Logistic Regression performed consistently well for binary classification.</a:t>
          </a:r>
          <a:r>
            <a:rPr lang="en-US" sz="900" dirty="0"/>
            <a:t>
</a:t>
          </a:r>
        </a:p>
      </dgm:t>
    </dgm:pt>
    <dgm:pt modelId="{E9001D63-2C78-49D8-BC5D-D933B537DBE6}" type="parTrans" cxnId="{76170065-ECE2-42D6-8E41-779B477BEF1C}">
      <dgm:prSet/>
      <dgm:spPr/>
      <dgm:t>
        <a:bodyPr/>
        <a:lstStyle/>
        <a:p>
          <a:endParaRPr lang="en-US"/>
        </a:p>
      </dgm:t>
    </dgm:pt>
    <dgm:pt modelId="{2951C70D-A572-413F-AADA-8E6E12ED7BEA}" type="sibTrans" cxnId="{76170065-ECE2-42D6-8E41-779B477BEF1C}">
      <dgm:prSet/>
      <dgm:spPr/>
      <dgm:t>
        <a:bodyPr/>
        <a:lstStyle/>
        <a:p>
          <a:endParaRPr lang="en-US"/>
        </a:p>
      </dgm:t>
    </dgm:pt>
    <dgm:pt modelId="{06DAE653-3764-41A2-B580-006B29904E0F}">
      <dgm:prSet phldr="0" custT="1"/>
      <dgm:spPr/>
      <dgm:t>
        <a:bodyPr/>
        <a:lstStyle/>
        <a:p>
          <a:pPr algn="l" rtl="0"/>
          <a:r>
            <a:rPr lang="en-US" sz="2400" dirty="0" err="1">
              <a:latin typeface="Aptos Display" panose="02110004020202020204"/>
            </a:rPr>
            <a:t>RandomizedSearchCV</a:t>
          </a:r>
          <a:r>
            <a:rPr lang="en-US" sz="2400" dirty="0">
              <a:latin typeface="Aptos Display" panose="02110004020202020204"/>
            </a:rPr>
            <a:t> was chosen over </a:t>
          </a:r>
          <a:r>
            <a:rPr lang="en-US" sz="2400" dirty="0" err="1">
              <a:latin typeface="Aptos Display" panose="02110004020202020204"/>
            </a:rPr>
            <a:t>GridSearchCV</a:t>
          </a:r>
          <a:r>
            <a:rPr lang="en-US" sz="2400" dirty="0">
              <a:latin typeface="Aptos Display" panose="02110004020202020204"/>
            </a:rPr>
            <a:t> as both gave similar F1 scores, but </a:t>
          </a:r>
          <a:r>
            <a:rPr lang="en-US" sz="2400" dirty="0" err="1">
              <a:latin typeface="Aptos Display" panose="02110004020202020204"/>
            </a:rPr>
            <a:t>RandomizedSearchCV</a:t>
          </a:r>
          <a:r>
            <a:rPr lang="en-US" sz="2400" dirty="0">
              <a:latin typeface="Aptos Display" panose="02110004020202020204"/>
            </a:rPr>
            <a:t> was more efficient and faster.</a:t>
          </a:r>
        </a:p>
        <a:p>
          <a:pPr algn="l" rtl="0"/>
          <a:r>
            <a:rPr lang="en-US" sz="2400" dirty="0">
              <a:latin typeface="Aptos Display" panose="02110004020202020204"/>
            </a:rPr>
            <a:t>Metrics: Accuracy, Precision, Recall, F1-Score (evaluated using confusion matrix).
</a:t>
          </a:r>
          <a:r>
            <a:rPr lang="en-US" sz="1100" dirty="0">
              <a:latin typeface="Aptos Display" panose="02110004020202020204"/>
            </a:rPr>
            <a:t>
</a:t>
          </a:r>
          <a:r>
            <a:rPr lang="en-CA" sz="1100" dirty="0">
              <a:latin typeface="Aptos Display" panose="02110004020202020204"/>
            </a:rPr>
            <a:t>.</a:t>
          </a:r>
        </a:p>
      </dgm:t>
    </dgm:pt>
    <dgm:pt modelId="{7846C12E-D68B-48EF-AA50-4856ACC12A09}" type="parTrans" cxnId="{6CA2ACF6-5730-4E7E-B391-8CAD865BBBD3}">
      <dgm:prSet/>
      <dgm:spPr/>
      <dgm:t>
        <a:bodyPr/>
        <a:lstStyle/>
        <a:p>
          <a:endParaRPr lang="en-CA"/>
        </a:p>
      </dgm:t>
    </dgm:pt>
    <dgm:pt modelId="{B16B59EE-2A89-4308-913E-77A23AE6E983}" type="sibTrans" cxnId="{6CA2ACF6-5730-4E7E-B391-8CAD865BBBD3}">
      <dgm:prSet/>
      <dgm:spPr/>
      <dgm:t>
        <a:bodyPr/>
        <a:lstStyle/>
        <a:p>
          <a:endParaRPr lang="en-CA"/>
        </a:p>
      </dgm:t>
    </dgm:pt>
    <dgm:pt modelId="{B3BAEB54-B4AC-42CD-AE90-A8D17F1CF17C}" type="pres">
      <dgm:prSet presAssocID="{DEEC3DC4-B38F-4D49-A15B-D2389C05018A}" presName="vert0" presStyleCnt="0">
        <dgm:presLayoutVars>
          <dgm:dir/>
          <dgm:animOne val="branch"/>
          <dgm:animLvl val="lvl"/>
        </dgm:presLayoutVars>
      </dgm:prSet>
      <dgm:spPr/>
    </dgm:pt>
    <dgm:pt modelId="{95549F97-EA0F-468D-92F8-B9E27D0B1AAD}" type="pres">
      <dgm:prSet presAssocID="{4BB45A52-05EE-4548-85CA-618774182E52}" presName="thickLine" presStyleLbl="alignNode1" presStyleIdx="0" presStyleCnt="6"/>
      <dgm:spPr/>
    </dgm:pt>
    <dgm:pt modelId="{32C354A6-C4E5-4223-AC59-B2F67CD85451}" type="pres">
      <dgm:prSet presAssocID="{4BB45A52-05EE-4548-85CA-618774182E52}" presName="horz1" presStyleCnt="0"/>
      <dgm:spPr/>
    </dgm:pt>
    <dgm:pt modelId="{2C4C7046-BCF1-407B-A90B-C71673DDB636}" type="pres">
      <dgm:prSet presAssocID="{4BB45A52-05EE-4548-85CA-618774182E52}" presName="tx1" presStyleLbl="revTx" presStyleIdx="0" presStyleCnt="6" custScaleY="77165"/>
      <dgm:spPr/>
    </dgm:pt>
    <dgm:pt modelId="{DDF5B887-1CE8-4B01-B86E-16035C89EF29}" type="pres">
      <dgm:prSet presAssocID="{4BB45A52-05EE-4548-85CA-618774182E52}" presName="vert1" presStyleCnt="0"/>
      <dgm:spPr/>
    </dgm:pt>
    <dgm:pt modelId="{92177B76-AD49-4228-B965-9AC07A414F03}" type="pres">
      <dgm:prSet presAssocID="{DC3655EA-8E1A-467B-B5C8-96B74C9AB012}" presName="thickLine" presStyleLbl="alignNode1" presStyleIdx="1" presStyleCnt="6"/>
      <dgm:spPr/>
    </dgm:pt>
    <dgm:pt modelId="{11DE572A-171B-46AE-AFE6-A4CCFFD3492E}" type="pres">
      <dgm:prSet presAssocID="{DC3655EA-8E1A-467B-B5C8-96B74C9AB012}" presName="horz1" presStyleCnt="0"/>
      <dgm:spPr/>
    </dgm:pt>
    <dgm:pt modelId="{80F26230-FE8A-4ADC-A9AE-AA61A22D12EF}" type="pres">
      <dgm:prSet presAssocID="{DC3655EA-8E1A-467B-B5C8-96B74C9AB012}" presName="tx1" presStyleLbl="revTx" presStyleIdx="1" presStyleCnt="6" custScaleY="70703"/>
      <dgm:spPr/>
    </dgm:pt>
    <dgm:pt modelId="{B865518B-8A76-4A99-A7EF-748C68BE8335}" type="pres">
      <dgm:prSet presAssocID="{DC3655EA-8E1A-467B-B5C8-96B74C9AB012}" presName="vert1" presStyleCnt="0"/>
      <dgm:spPr/>
    </dgm:pt>
    <dgm:pt modelId="{62E0DAB5-6B22-4C8C-AF09-9A22A9468609}" type="pres">
      <dgm:prSet presAssocID="{6FF12471-3938-4BA0-A3ED-16C84935E767}" presName="thickLine" presStyleLbl="alignNode1" presStyleIdx="2" presStyleCnt="6"/>
      <dgm:spPr/>
    </dgm:pt>
    <dgm:pt modelId="{88D7DAB7-2DB2-4DB5-89A8-E04DB4CC9F6F}" type="pres">
      <dgm:prSet presAssocID="{6FF12471-3938-4BA0-A3ED-16C84935E767}" presName="horz1" presStyleCnt="0"/>
      <dgm:spPr/>
    </dgm:pt>
    <dgm:pt modelId="{B3862E65-8DAF-4E75-BD7B-461130776C9C}" type="pres">
      <dgm:prSet presAssocID="{6FF12471-3938-4BA0-A3ED-16C84935E767}" presName="tx1" presStyleLbl="revTx" presStyleIdx="2" presStyleCnt="6" custScaleY="69195"/>
      <dgm:spPr/>
    </dgm:pt>
    <dgm:pt modelId="{11C9CAD5-DE1F-4E7D-A20E-649E201C32CE}" type="pres">
      <dgm:prSet presAssocID="{6FF12471-3938-4BA0-A3ED-16C84935E767}" presName="vert1" presStyleCnt="0"/>
      <dgm:spPr/>
    </dgm:pt>
    <dgm:pt modelId="{C3E1CD2C-34BC-48E1-AF2C-3421E6435B94}" type="pres">
      <dgm:prSet presAssocID="{F3DE7B4A-F240-45E9-B39F-A3D2BCA4BB62}" presName="thickLine" presStyleLbl="alignNode1" presStyleIdx="3" presStyleCnt="6"/>
      <dgm:spPr/>
    </dgm:pt>
    <dgm:pt modelId="{80932534-5BD3-4FC2-AE60-4D5301AB2889}" type="pres">
      <dgm:prSet presAssocID="{F3DE7B4A-F240-45E9-B39F-A3D2BCA4BB62}" presName="horz1" presStyleCnt="0"/>
      <dgm:spPr/>
    </dgm:pt>
    <dgm:pt modelId="{6D8F51C4-17C1-4656-8393-33DCB5B0372A}" type="pres">
      <dgm:prSet presAssocID="{F3DE7B4A-F240-45E9-B39F-A3D2BCA4BB62}" presName="tx1" presStyleLbl="revTx" presStyleIdx="3" presStyleCnt="6" custScaleY="87592"/>
      <dgm:spPr/>
    </dgm:pt>
    <dgm:pt modelId="{9D0EB41C-D3ED-4A19-8CA5-A69E8E79765B}" type="pres">
      <dgm:prSet presAssocID="{F3DE7B4A-F240-45E9-B39F-A3D2BCA4BB62}" presName="vert1" presStyleCnt="0"/>
      <dgm:spPr/>
    </dgm:pt>
    <dgm:pt modelId="{3B849FBD-6685-4CFB-B441-5791E62AD03F}" type="pres">
      <dgm:prSet presAssocID="{2BEC1106-13AE-45FD-9166-B29813019709}" presName="thickLine" presStyleLbl="alignNode1" presStyleIdx="4" presStyleCnt="6" custLinFactNeighborX="-1084" custLinFactNeighborY="-52351"/>
      <dgm:spPr/>
    </dgm:pt>
    <dgm:pt modelId="{27373ED2-126F-4B55-8A8C-5B1413A67995}" type="pres">
      <dgm:prSet presAssocID="{2BEC1106-13AE-45FD-9166-B29813019709}" presName="horz1" presStyleCnt="0"/>
      <dgm:spPr/>
    </dgm:pt>
    <dgm:pt modelId="{FC9317F1-70A5-4360-A546-8C7F23DF5692}" type="pres">
      <dgm:prSet presAssocID="{2BEC1106-13AE-45FD-9166-B29813019709}" presName="tx1" presStyleLbl="revTx" presStyleIdx="4" presStyleCnt="6" custScaleY="58546" custLinFactNeighborX="1402" custLinFactNeighborY="-24688"/>
      <dgm:spPr/>
    </dgm:pt>
    <dgm:pt modelId="{B2D04F3B-74FD-4A88-BA8B-F5B8BDC62205}" type="pres">
      <dgm:prSet presAssocID="{2BEC1106-13AE-45FD-9166-B29813019709}" presName="vert1" presStyleCnt="0"/>
      <dgm:spPr/>
    </dgm:pt>
    <dgm:pt modelId="{77D9A4BE-922F-4780-BA64-D0CE5E34FD04}" type="pres">
      <dgm:prSet presAssocID="{06DAE653-3764-41A2-B580-006B29904E0F}" presName="thickLine" presStyleLbl="alignNode1" presStyleIdx="5" presStyleCnt="6"/>
      <dgm:spPr/>
    </dgm:pt>
    <dgm:pt modelId="{CC28DFB5-3AC5-414C-A37A-91FFBD52CC5B}" type="pres">
      <dgm:prSet presAssocID="{06DAE653-3764-41A2-B580-006B29904E0F}" presName="horz1" presStyleCnt="0"/>
      <dgm:spPr/>
    </dgm:pt>
    <dgm:pt modelId="{D260597E-BBA8-44C6-A5BF-71D508CAF6E4}" type="pres">
      <dgm:prSet presAssocID="{06DAE653-3764-41A2-B580-006B29904E0F}" presName="tx1" presStyleLbl="revTx" presStyleIdx="5" presStyleCnt="6" custScaleY="149779"/>
      <dgm:spPr/>
    </dgm:pt>
    <dgm:pt modelId="{025F7219-4A23-4495-A2AD-84323D3D0CD8}" type="pres">
      <dgm:prSet presAssocID="{06DAE653-3764-41A2-B580-006B29904E0F}" presName="vert1" presStyleCnt="0"/>
      <dgm:spPr/>
    </dgm:pt>
  </dgm:ptLst>
  <dgm:cxnLst>
    <dgm:cxn modelId="{DCA8CA04-3686-4544-8825-EA36BD0B5379}" type="presOf" srcId="{4BB45A52-05EE-4548-85CA-618774182E52}" destId="{2C4C7046-BCF1-407B-A90B-C71673DDB636}" srcOrd="0" destOrd="0" presId="urn:microsoft.com/office/officeart/2008/layout/LinedList"/>
    <dgm:cxn modelId="{656C7D0E-708F-4405-94D8-EEE3E6F13112}" type="presOf" srcId="{06DAE653-3764-41A2-B580-006B29904E0F}" destId="{D260597E-BBA8-44C6-A5BF-71D508CAF6E4}" srcOrd="0" destOrd="0" presId="urn:microsoft.com/office/officeart/2008/layout/LinedList"/>
    <dgm:cxn modelId="{75CF2E13-9CC0-456B-ADA7-88EB4A9DC3F9}" srcId="{DEEC3DC4-B38F-4D49-A15B-D2389C05018A}" destId="{4BB45A52-05EE-4548-85CA-618774182E52}" srcOrd="0" destOrd="0" parTransId="{1BFE6606-AEF7-455D-B2ED-54E0BA41DE3C}" sibTransId="{5063151D-45ED-4C81-9E9B-58D763855381}"/>
    <dgm:cxn modelId="{F846F913-3CF5-4B20-B3F3-115747EDB7E9}" srcId="{DEEC3DC4-B38F-4D49-A15B-D2389C05018A}" destId="{6FF12471-3938-4BA0-A3ED-16C84935E767}" srcOrd="2" destOrd="0" parTransId="{B1605540-E326-4C2A-8E8D-7377E0DF3FFB}" sibTransId="{CFC94CF3-29E2-4DAC-8827-36FFEE2C1810}"/>
    <dgm:cxn modelId="{9D4DFA2F-03D9-4BDE-A11B-A852C01483C7}" type="presOf" srcId="{6FF12471-3938-4BA0-A3ED-16C84935E767}" destId="{B3862E65-8DAF-4E75-BD7B-461130776C9C}" srcOrd="0" destOrd="0" presId="urn:microsoft.com/office/officeart/2008/layout/LinedList"/>
    <dgm:cxn modelId="{D5D2EB5C-2C75-470B-B47D-19551C693F1C}" type="presOf" srcId="{DEEC3DC4-B38F-4D49-A15B-D2389C05018A}" destId="{B3BAEB54-B4AC-42CD-AE90-A8D17F1CF17C}" srcOrd="0" destOrd="0" presId="urn:microsoft.com/office/officeart/2008/layout/LinedList"/>
    <dgm:cxn modelId="{76170065-ECE2-42D6-8E41-779B477BEF1C}" srcId="{DEEC3DC4-B38F-4D49-A15B-D2389C05018A}" destId="{2BEC1106-13AE-45FD-9166-B29813019709}" srcOrd="4" destOrd="0" parTransId="{E9001D63-2C78-49D8-BC5D-D933B537DBE6}" sibTransId="{2951C70D-A572-413F-AADA-8E6E12ED7BEA}"/>
    <dgm:cxn modelId="{9462C87B-2B63-406B-9390-2A2AA3555CA2}" type="presOf" srcId="{2BEC1106-13AE-45FD-9166-B29813019709}" destId="{FC9317F1-70A5-4360-A546-8C7F23DF5692}" srcOrd="0" destOrd="0" presId="urn:microsoft.com/office/officeart/2008/layout/LinedList"/>
    <dgm:cxn modelId="{6832A4A8-10AF-44C7-9ED2-B5570B5C72FA}" srcId="{DEEC3DC4-B38F-4D49-A15B-D2389C05018A}" destId="{F3DE7B4A-F240-45E9-B39F-A3D2BCA4BB62}" srcOrd="3" destOrd="0" parTransId="{B2CF502E-69A0-4607-8A65-6DE5EA25A04D}" sibTransId="{DACC1E79-782A-4ABE-9575-01D8B02419F7}"/>
    <dgm:cxn modelId="{EC5561C8-2092-48EB-93B0-65DD0FE8B550}" type="presOf" srcId="{F3DE7B4A-F240-45E9-B39F-A3D2BCA4BB62}" destId="{6D8F51C4-17C1-4656-8393-33DCB5B0372A}" srcOrd="0" destOrd="0" presId="urn:microsoft.com/office/officeart/2008/layout/LinedList"/>
    <dgm:cxn modelId="{DE3683D6-7773-407E-A2A2-448C5B9A6FB8}" srcId="{DEEC3DC4-B38F-4D49-A15B-D2389C05018A}" destId="{DC3655EA-8E1A-467B-B5C8-96B74C9AB012}" srcOrd="1" destOrd="0" parTransId="{6E718D36-AAD0-4141-A182-3BFD5E798ADF}" sibTransId="{76173B03-C8BE-49B8-9798-07C3C4E70EEF}"/>
    <dgm:cxn modelId="{89B1A7ED-6158-4149-8AD6-1C48CE921A7C}" type="presOf" srcId="{DC3655EA-8E1A-467B-B5C8-96B74C9AB012}" destId="{80F26230-FE8A-4ADC-A9AE-AA61A22D12EF}" srcOrd="0" destOrd="0" presId="urn:microsoft.com/office/officeart/2008/layout/LinedList"/>
    <dgm:cxn modelId="{6CA2ACF6-5730-4E7E-B391-8CAD865BBBD3}" srcId="{DEEC3DC4-B38F-4D49-A15B-D2389C05018A}" destId="{06DAE653-3764-41A2-B580-006B29904E0F}" srcOrd="5" destOrd="0" parTransId="{7846C12E-D68B-48EF-AA50-4856ACC12A09}" sibTransId="{B16B59EE-2A89-4308-913E-77A23AE6E983}"/>
    <dgm:cxn modelId="{A5C0B35C-7A3A-459E-B11D-83C9FDA3F927}" type="presParOf" srcId="{B3BAEB54-B4AC-42CD-AE90-A8D17F1CF17C}" destId="{95549F97-EA0F-468D-92F8-B9E27D0B1AAD}" srcOrd="0" destOrd="0" presId="urn:microsoft.com/office/officeart/2008/layout/LinedList"/>
    <dgm:cxn modelId="{4DDAB487-E270-40C8-A8EA-37BCBFAF7706}" type="presParOf" srcId="{B3BAEB54-B4AC-42CD-AE90-A8D17F1CF17C}" destId="{32C354A6-C4E5-4223-AC59-B2F67CD85451}" srcOrd="1" destOrd="0" presId="urn:microsoft.com/office/officeart/2008/layout/LinedList"/>
    <dgm:cxn modelId="{FBF799A8-C210-436E-92E8-A0F26847AA30}" type="presParOf" srcId="{32C354A6-C4E5-4223-AC59-B2F67CD85451}" destId="{2C4C7046-BCF1-407B-A90B-C71673DDB636}" srcOrd="0" destOrd="0" presId="urn:microsoft.com/office/officeart/2008/layout/LinedList"/>
    <dgm:cxn modelId="{802B6C8B-39B7-4CB7-80CE-C885C770E5D1}" type="presParOf" srcId="{32C354A6-C4E5-4223-AC59-B2F67CD85451}" destId="{DDF5B887-1CE8-4B01-B86E-16035C89EF29}" srcOrd="1" destOrd="0" presId="urn:microsoft.com/office/officeart/2008/layout/LinedList"/>
    <dgm:cxn modelId="{D96852E8-63F0-4FF2-8C91-D74D8C1138A8}" type="presParOf" srcId="{B3BAEB54-B4AC-42CD-AE90-A8D17F1CF17C}" destId="{92177B76-AD49-4228-B965-9AC07A414F03}" srcOrd="2" destOrd="0" presId="urn:microsoft.com/office/officeart/2008/layout/LinedList"/>
    <dgm:cxn modelId="{1CC4410E-EAF4-442C-8262-98823E6AF12A}" type="presParOf" srcId="{B3BAEB54-B4AC-42CD-AE90-A8D17F1CF17C}" destId="{11DE572A-171B-46AE-AFE6-A4CCFFD3492E}" srcOrd="3" destOrd="0" presId="urn:microsoft.com/office/officeart/2008/layout/LinedList"/>
    <dgm:cxn modelId="{E1533B1D-F713-452D-BCC2-4F8ECAA53C5F}" type="presParOf" srcId="{11DE572A-171B-46AE-AFE6-A4CCFFD3492E}" destId="{80F26230-FE8A-4ADC-A9AE-AA61A22D12EF}" srcOrd="0" destOrd="0" presId="urn:microsoft.com/office/officeart/2008/layout/LinedList"/>
    <dgm:cxn modelId="{CD70A37E-E38E-4FB6-8E9C-8B56EA8DF814}" type="presParOf" srcId="{11DE572A-171B-46AE-AFE6-A4CCFFD3492E}" destId="{B865518B-8A76-4A99-A7EF-748C68BE8335}" srcOrd="1" destOrd="0" presId="urn:microsoft.com/office/officeart/2008/layout/LinedList"/>
    <dgm:cxn modelId="{A279910E-61EE-4F24-8F4B-22F267ED79C0}" type="presParOf" srcId="{B3BAEB54-B4AC-42CD-AE90-A8D17F1CF17C}" destId="{62E0DAB5-6B22-4C8C-AF09-9A22A9468609}" srcOrd="4" destOrd="0" presId="urn:microsoft.com/office/officeart/2008/layout/LinedList"/>
    <dgm:cxn modelId="{08093A18-F8E7-4873-8085-C20EC668C6D9}" type="presParOf" srcId="{B3BAEB54-B4AC-42CD-AE90-A8D17F1CF17C}" destId="{88D7DAB7-2DB2-4DB5-89A8-E04DB4CC9F6F}" srcOrd="5" destOrd="0" presId="urn:microsoft.com/office/officeart/2008/layout/LinedList"/>
    <dgm:cxn modelId="{E35AF8F6-20E9-47CD-8381-A92C694AA274}" type="presParOf" srcId="{88D7DAB7-2DB2-4DB5-89A8-E04DB4CC9F6F}" destId="{B3862E65-8DAF-4E75-BD7B-461130776C9C}" srcOrd="0" destOrd="0" presId="urn:microsoft.com/office/officeart/2008/layout/LinedList"/>
    <dgm:cxn modelId="{0944FB36-99BF-4B29-9085-81AE0C3362F2}" type="presParOf" srcId="{88D7DAB7-2DB2-4DB5-89A8-E04DB4CC9F6F}" destId="{11C9CAD5-DE1F-4E7D-A20E-649E201C32CE}" srcOrd="1" destOrd="0" presId="urn:microsoft.com/office/officeart/2008/layout/LinedList"/>
    <dgm:cxn modelId="{0C297506-CED1-4A55-9524-F4BA8D5B824E}" type="presParOf" srcId="{B3BAEB54-B4AC-42CD-AE90-A8D17F1CF17C}" destId="{C3E1CD2C-34BC-48E1-AF2C-3421E6435B94}" srcOrd="6" destOrd="0" presId="urn:microsoft.com/office/officeart/2008/layout/LinedList"/>
    <dgm:cxn modelId="{2D37F49E-FD74-4B44-9A47-5472837A9B05}" type="presParOf" srcId="{B3BAEB54-B4AC-42CD-AE90-A8D17F1CF17C}" destId="{80932534-5BD3-4FC2-AE60-4D5301AB2889}" srcOrd="7" destOrd="0" presId="urn:microsoft.com/office/officeart/2008/layout/LinedList"/>
    <dgm:cxn modelId="{330302A2-E6A7-4758-91D2-ABBC9C6D4345}" type="presParOf" srcId="{80932534-5BD3-4FC2-AE60-4D5301AB2889}" destId="{6D8F51C4-17C1-4656-8393-33DCB5B0372A}" srcOrd="0" destOrd="0" presId="urn:microsoft.com/office/officeart/2008/layout/LinedList"/>
    <dgm:cxn modelId="{C32E6F28-25D9-4330-820D-3765063049F2}" type="presParOf" srcId="{80932534-5BD3-4FC2-AE60-4D5301AB2889}" destId="{9D0EB41C-D3ED-4A19-8CA5-A69E8E79765B}" srcOrd="1" destOrd="0" presId="urn:microsoft.com/office/officeart/2008/layout/LinedList"/>
    <dgm:cxn modelId="{64666616-40B1-471B-B4A1-3958371B9A1D}" type="presParOf" srcId="{B3BAEB54-B4AC-42CD-AE90-A8D17F1CF17C}" destId="{3B849FBD-6685-4CFB-B441-5791E62AD03F}" srcOrd="8" destOrd="0" presId="urn:microsoft.com/office/officeart/2008/layout/LinedList"/>
    <dgm:cxn modelId="{4A15BBE2-D5DA-480D-B864-EF93A89B73A3}" type="presParOf" srcId="{B3BAEB54-B4AC-42CD-AE90-A8D17F1CF17C}" destId="{27373ED2-126F-4B55-8A8C-5B1413A67995}" srcOrd="9" destOrd="0" presId="urn:microsoft.com/office/officeart/2008/layout/LinedList"/>
    <dgm:cxn modelId="{85543539-F5D3-404F-822D-531EFA584E2A}" type="presParOf" srcId="{27373ED2-126F-4B55-8A8C-5B1413A67995}" destId="{FC9317F1-70A5-4360-A546-8C7F23DF5692}" srcOrd="0" destOrd="0" presId="urn:microsoft.com/office/officeart/2008/layout/LinedList"/>
    <dgm:cxn modelId="{1C3FC407-EF4B-4155-A282-A29E168D7128}" type="presParOf" srcId="{27373ED2-126F-4B55-8A8C-5B1413A67995}" destId="{B2D04F3B-74FD-4A88-BA8B-F5B8BDC62205}" srcOrd="1" destOrd="0" presId="urn:microsoft.com/office/officeart/2008/layout/LinedList"/>
    <dgm:cxn modelId="{CBB8866C-2FB2-447D-9461-369532DB2141}" type="presParOf" srcId="{B3BAEB54-B4AC-42CD-AE90-A8D17F1CF17C}" destId="{77D9A4BE-922F-4780-BA64-D0CE5E34FD04}" srcOrd="10" destOrd="0" presId="urn:microsoft.com/office/officeart/2008/layout/LinedList"/>
    <dgm:cxn modelId="{5DB3551E-2A98-41B3-AA16-EA9991FB7A7F}" type="presParOf" srcId="{B3BAEB54-B4AC-42CD-AE90-A8D17F1CF17C}" destId="{CC28DFB5-3AC5-414C-A37A-91FFBD52CC5B}" srcOrd="11" destOrd="0" presId="urn:microsoft.com/office/officeart/2008/layout/LinedList"/>
    <dgm:cxn modelId="{D7F87D39-A801-4B10-A298-96466A8EF841}" type="presParOf" srcId="{CC28DFB5-3AC5-414C-A37A-91FFBD52CC5B}" destId="{D260597E-BBA8-44C6-A5BF-71D508CAF6E4}" srcOrd="0" destOrd="0" presId="urn:microsoft.com/office/officeart/2008/layout/LinedList"/>
    <dgm:cxn modelId="{DD29D7A5-324C-4C19-9620-5025DB182577}" type="presParOf" srcId="{CC28DFB5-3AC5-414C-A37A-91FFBD52CC5B}" destId="{025F7219-4A23-4495-A2AD-84323D3D0CD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AF82CBB-50E1-4BE7-954A-FB0D163FF61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487CBD6-445D-477C-8CF8-E6416C2DF6ED}">
      <dgm:prSet/>
      <dgm:spPr/>
      <dgm:t>
        <a:bodyPr/>
        <a:lstStyle/>
        <a:p>
          <a:r>
            <a:rPr lang="en-US" dirty="0"/>
            <a:t>Difficulty with environment setup and module installation(</a:t>
          </a:r>
          <a:r>
            <a:rPr lang="en-US" dirty="0" err="1"/>
            <a:t>joblib</a:t>
          </a:r>
          <a:r>
            <a:rPr lang="en-US" dirty="0"/>
            <a:t>, scikit-learn, </a:t>
          </a:r>
          <a:r>
            <a:rPr lang="en-US" dirty="0" err="1"/>
            <a:t>streamlit</a:t>
          </a:r>
          <a:r>
            <a:rPr lang="en-US" dirty="0"/>
            <a:t>)</a:t>
          </a:r>
        </a:p>
      </dgm:t>
    </dgm:pt>
    <dgm:pt modelId="{24B0FE58-9E2F-4867-93A7-9CEB334A3BAB}" type="parTrans" cxnId="{0675A18B-6A41-4793-A156-CED34C19E758}">
      <dgm:prSet/>
      <dgm:spPr/>
      <dgm:t>
        <a:bodyPr/>
        <a:lstStyle/>
        <a:p>
          <a:endParaRPr lang="en-US"/>
        </a:p>
      </dgm:t>
    </dgm:pt>
    <dgm:pt modelId="{D7E99BDF-9963-4229-8256-92A325F424A4}" type="sibTrans" cxnId="{0675A18B-6A41-4793-A156-CED34C19E758}">
      <dgm:prSet/>
      <dgm:spPr/>
      <dgm:t>
        <a:bodyPr/>
        <a:lstStyle/>
        <a:p>
          <a:endParaRPr lang="en-US"/>
        </a:p>
      </dgm:t>
    </dgm:pt>
    <dgm:pt modelId="{9BFBE6DE-9CEA-4244-94D9-617BE37D7F8D}">
      <dgm:prSet/>
      <dgm:spPr/>
      <dgm:t>
        <a:bodyPr/>
        <a:lstStyle/>
        <a:p>
          <a:r>
            <a:rPr lang="en-US" dirty="0"/>
            <a:t>Encoding mismatch between training &amp; prediction.</a:t>
          </a:r>
        </a:p>
      </dgm:t>
    </dgm:pt>
    <dgm:pt modelId="{457681FF-3814-4E58-8886-37F80B5E0CF4}" type="parTrans" cxnId="{DBDF94E1-31DE-4E23-B47A-044E0B8BBFF0}">
      <dgm:prSet/>
      <dgm:spPr/>
      <dgm:t>
        <a:bodyPr/>
        <a:lstStyle/>
        <a:p>
          <a:endParaRPr lang="en-US"/>
        </a:p>
      </dgm:t>
    </dgm:pt>
    <dgm:pt modelId="{199814C3-F525-4C4B-8815-4C9470169D86}" type="sibTrans" cxnId="{DBDF94E1-31DE-4E23-B47A-044E0B8BBFF0}">
      <dgm:prSet/>
      <dgm:spPr/>
      <dgm:t>
        <a:bodyPr/>
        <a:lstStyle/>
        <a:p>
          <a:endParaRPr lang="en-US"/>
        </a:p>
      </dgm:t>
    </dgm:pt>
    <dgm:pt modelId="{6184B159-E36C-4BCF-A979-C1AD838ABC0A}">
      <dgm:prSet/>
      <dgm:spPr/>
      <dgm:t>
        <a:bodyPr/>
        <a:lstStyle/>
        <a:p>
          <a:r>
            <a:rPr lang="en-US" dirty="0"/>
            <a:t>Fixed feature mismatch by using </a:t>
          </a:r>
          <a:r>
            <a:rPr lang="en-US" dirty="0" err="1"/>
            <a:t>model.feature_names_in</a:t>
          </a:r>
          <a:r>
            <a:rPr lang="en-US" dirty="0"/>
            <a:t>_.</a:t>
          </a:r>
        </a:p>
      </dgm:t>
    </dgm:pt>
    <dgm:pt modelId="{FC384FD1-58B8-46D3-BF78-08DC75B2E174}" type="parTrans" cxnId="{59B8DBF0-F320-4AC4-B720-0681205F9811}">
      <dgm:prSet/>
      <dgm:spPr/>
      <dgm:t>
        <a:bodyPr/>
        <a:lstStyle/>
        <a:p>
          <a:endParaRPr lang="en-US"/>
        </a:p>
      </dgm:t>
    </dgm:pt>
    <dgm:pt modelId="{0AB6105E-9FE0-42B3-8431-1B8F2DE9E1B2}" type="sibTrans" cxnId="{59B8DBF0-F320-4AC4-B720-0681205F9811}">
      <dgm:prSet/>
      <dgm:spPr/>
      <dgm:t>
        <a:bodyPr/>
        <a:lstStyle/>
        <a:p>
          <a:endParaRPr lang="en-US"/>
        </a:p>
      </dgm:t>
    </dgm:pt>
    <dgm:pt modelId="{679D88B2-97FE-4FEB-BAE3-64908839478A}">
      <dgm:prSet/>
      <dgm:spPr/>
      <dgm:t>
        <a:bodyPr/>
        <a:lstStyle/>
        <a:p>
          <a:r>
            <a:rPr lang="en-US" dirty="0" err="1"/>
            <a:t>Streamlit</a:t>
          </a:r>
          <a:r>
            <a:rPr lang="en-US" dirty="0"/>
            <a:t> app styling and restructuring tabs for improved user experience(UX).</a:t>
          </a:r>
        </a:p>
      </dgm:t>
    </dgm:pt>
    <dgm:pt modelId="{4DFD22A1-5374-46B1-9162-6270E10E1047}" type="parTrans" cxnId="{A70888A4-E76C-45EB-BE1E-14DF8835665D}">
      <dgm:prSet/>
      <dgm:spPr/>
      <dgm:t>
        <a:bodyPr/>
        <a:lstStyle/>
        <a:p>
          <a:endParaRPr lang="en-US"/>
        </a:p>
      </dgm:t>
    </dgm:pt>
    <dgm:pt modelId="{167C0DDF-8FA2-40B6-80DA-EE6296349F47}" type="sibTrans" cxnId="{A70888A4-E76C-45EB-BE1E-14DF8835665D}">
      <dgm:prSet/>
      <dgm:spPr/>
      <dgm:t>
        <a:bodyPr/>
        <a:lstStyle/>
        <a:p>
          <a:endParaRPr lang="en-US"/>
        </a:p>
      </dgm:t>
    </dgm:pt>
    <dgm:pt modelId="{50442FD1-6D64-4527-9AD6-5AC1FB0CE671}" type="pres">
      <dgm:prSet presAssocID="{BAF82CBB-50E1-4BE7-954A-FB0D163FF61A}" presName="linear" presStyleCnt="0">
        <dgm:presLayoutVars>
          <dgm:animLvl val="lvl"/>
          <dgm:resizeHandles val="exact"/>
        </dgm:presLayoutVars>
      </dgm:prSet>
      <dgm:spPr/>
    </dgm:pt>
    <dgm:pt modelId="{0D451E71-2629-4C80-A441-CBCB93D0E510}" type="pres">
      <dgm:prSet presAssocID="{7487CBD6-445D-477C-8CF8-E6416C2DF6ED}" presName="parentText" presStyleLbl="node1" presStyleIdx="0" presStyleCnt="4" custLinFactNeighborX="-1192" custLinFactNeighborY="-50275">
        <dgm:presLayoutVars>
          <dgm:chMax val="0"/>
          <dgm:bulletEnabled val="1"/>
        </dgm:presLayoutVars>
      </dgm:prSet>
      <dgm:spPr/>
    </dgm:pt>
    <dgm:pt modelId="{97E15591-D305-4B88-A7E2-7C55346CD11B}" type="pres">
      <dgm:prSet presAssocID="{D7E99BDF-9963-4229-8256-92A325F424A4}" presName="spacer" presStyleCnt="0"/>
      <dgm:spPr/>
    </dgm:pt>
    <dgm:pt modelId="{328E8E12-2F84-4275-BC05-29B72487DDAE}" type="pres">
      <dgm:prSet presAssocID="{9BFBE6DE-9CEA-4244-94D9-617BE37D7F8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D0268E6-B733-4CF7-AC2B-01DBBB9C37FE}" type="pres">
      <dgm:prSet presAssocID="{199814C3-F525-4C4B-8815-4C9470169D86}" presName="spacer" presStyleCnt="0"/>
      <dgm:spPr/>
    </dgm:pt>
    <dgm:pt modelId="{7A32C38F-EB9E-4ACB-938F-A358D4E6D486}" type="pres">
      <dgm:prSet presAssocID="{6184B159-E36C-4BCF-A979-C1AD838ABC0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65B413A-8C5A-4659-8F6C-856BD53D8445}" type="pres">
      <dgm:prSet presAssocID="{0AB6105E-9FE0-42B3-8431-1B8F2DE9E1B2}" presName="spacer" presStyleCnt="0"/>
      <dgm:spPr/>
    </dgm:pt>
    <dgm:pt modelId="{2E451800-CE18-43DE-8BCB-5161BF4AD34F}" type="pres">
      <dgm:prSet presAssocID="{679D88B2-97FE-4FEB-BAE3-64908839478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ACD7504-1607-44D5-A5B8-E01629CA6A4B}" type="presOf" srcId="{7487CBD6-445D-477C-8CF8-E6416C2DF6ED}" destId="{0D451E71-2629-4C80-A441-CBCB93D0E510}" srcOrd="0" destOrd="0" presId="urn:microsoft.com/office/officeart/2005/8/layout/vList2"/>
    <dgm:cxn modelId="{1C769D06-2A50-4E5A-A6AF-E1D9F853363F}" type="presOf" srcId="{BAF82CBB-50E1-4BE7-954A-FB0D163FF61A}" destId="{50442FD1-6D64-4527-9AD6-5AC1FB0CE671}" srcOrd="0" destOrd="0" presId="urn:microsoft.com/office/officeart/2005/8/layout/vList2"/>
    <dgm:cxn modelId="{5A2B8E08-1B4C-4933-93E1-0B95B50ED463}" type="presOf" srcId="{679D88B2-97FE-4FEB-BAE3-64908839478A}" destId="{2E451800-CE18-43DE-8BCB-5161BF4AD34F}" srcOrd="0" destOrd="0" presId="urn:microsoft.com/office/officeart/2005/8/layout/vList2"/>
    <dgm:cxn modelId="{99039C14-5DA8-4472-879C-A7A9144FD123}" type="presOf" srcId="{6184B159-E36C-4BCF-A979-C1AD838ABC0A}" destId="{7A32C38F-EB9E-4ACB-938F-A358D4E6D486}" srcOrd="0" destOrd="0" presId="urn:microsoft.com/office/officeart/2005/8/layout/vList2"/>
    <dgm:cxn modelId="{0675A18B-6A41-4793-A156-CED34C19E758}" srcId="{BAF82CBB-50E1-4BE7-954A-FB0D163FF61A}" destId="{7487CBD6-445D-477C-8CF8-E6416C2DF6ED}" srcOrd="0" destOrd="0" parTransId="{24B0FE58-9E2F-4867-93A7-9CEB334A3BAB}" sibTransId="{D7E99BDF-9963-4229-8256-92A325F424A4}"/>
    <dgm:cxn modelId="{A70888A4-E76C-45EB-BE1E-14DF8835665D}" srcId="{BAF82CBB-50E1-4BE7-954A-FB0D163FF61A}" destId="{679D88B2-97FE-4FEB-BAE3-64908839478A}" srcOrd="3" destOrd="0" parTransId="{4DFD22A1-5374-46B1-9162-6270E10E1047}" sibTransId="{167C0DDF-8FA2-40B6-80DA-EE6296349F47}"/>
    <dgm:cxn modelId="{8B7732BD-66E7-435F-830B-9C172AB23AE6}" type="presOf" srcId="{9BFBE6DE-9CEA-4244-94D9-617BE37D7F8D}" destId="{328E8E12-2F84-4275-BC05-29B72487DDAE}" srcOrd="0" destOrd="0" presId="urn:microsoft.com/office/officeart/2005/8/layout/vList2"/>
    <dgm:cxn modelId="{DBDF94E1-31DE-4E23-B47A-044E0B8BBFF0}" srcId="{BAF82CBB-50E1-4BE7-954A-FB0D163FF61A}" destId="{9BFBE6DE-9CEA-4244-94D9-617BE37D7F8D}" srcOrd="1" destOrd="0" parTransId="{457681FF-3814-4E58-8886-37F80B5E0CF4}" sibTransId="{199814C3-F525-4C4B-8815-4C9470169D86}"/>
    <dgm:cxn modelId="{59B8DBF0-F320-4AC4-B720-0681205F9811}" srcId="{BAF82CBB-50E1-4BE7-954A-FB0D163FF61A}" destId="{6184B159-E36C-4BCF-A979-C1AD838ABC0A}" srcOrd="2" destOrd="0" parTransId="{FC384FD1-58B8-46D3-BF78-08DC75B2E174}" sibTransId="{0AB6105E-9FE0-42B3-8431-1B8F2DE9E1B2}"/>
    <dgm:cxn modelId="{77E8594E-9C7D-438A-87A9-C5C08472A075}" type="presParOf" srcId="{50442FD1-6D64-4527-9AD6-5AC1FB0CE671}" destId="{0D451E71-2629-4C80-A441-CBCB93D0E510}" srcOrd="0" destOrd="0" presId="urn:microsoft.com/office/officeart/2005/8/layout/vList2"/>
    <dgm:cxn modelId="{1AEBD8F1-566B-4B42-AB2A-DB0C2E6BAE18}" type="presParOf" srcId="{50442FD1-6D64-4527-9AD6-5AC1FB0CE671}" destId="{97E15591-D305-4B88-A7E2-7C55346CD11B}" srcOrd="1" destOrd="0" presId="urn:microsoft.com/office/officeart/2005/8/layout/vList2"/>
    <dgm:cxn modelId="{04145FB0-83F5-4D8A-B64A-32FF220BD890}" type="presParOf" srcId="{50442FD1-6D64-4527-9AD6-5AC1FB0CE671}" destId="{328E8E12-2F84-4275-BC05-29B72487DDAE}" srcOrd="2" destOrd="0" presId="urn:microsoft.com/office/officeart/2005/8/layout/vList2"/>
    <dgm:cxn modelId="{5EF578A6-7007-44D4-9CA0-DE764363DC21}" type="presParOf" srcId="{50442FD1-6D64-4527-9AD6-5AC1FB0CE671}" destId="{0D0268E6-B733-4CF7-AC2B-01DBBB9C37FE}" srcOrd="3" destOrd="0" presId="urn:microsoft.com/office/officeart/2005/8/layout/vList2"/>
    <dgm:cxn modelId="{467AB347-03B6-48E1-BF3E-090329637EC9}" type="presParOf" srcId="{50442FD1-6D64-4527-9AD6-5AC1FB0CE671}" destId="{7A32C38F-EB9E-4ACB-938F-A358D4E6D486}" srcOrd="4" destOrd="0" presId="urn:microsoft.com/office/officeart/2005/8/layout/vList2"/>
    <dgm:cxn modelId="{4300C804-3496-4251-9DCC-F2E21F5D79DF}" type="presParOf" srcId="{50442FD1-6D64-4527-9AD6-5AC1FB0CE671}" destId="{D65B413A-8C5A-4659-8F6C-856BD53D8445}" srcOrd="5" destOrd="0" presId="urn:microsoft.com/office/officeart/2005/8/layout/vList2"/>
    <dgm:cxn modelId="{7E357AAF-1A9C-4062-BD5A-89973F10404C}" type="presParOf" srcId="{50442FD1-6D64-4527-9AD6-5AC1FB0CE671}" destId="{2E451800-CE18-43DE-8BCB-5161BF4AD34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486A312-8782-479B-B913-8AE1838B9BEE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559D12C-1D20-4378-8ECD-4A259A653075}">
      <dgm:prSet/>
      <dgm:spPr/>
      <dgm:t>
        <a:bodyPr/>
        <a:lstStyle/>
        <a:p>
          <a:r>
            <a:rPr lang="en-US"/>
            <a:t>Built a reliable machine learning model to predict transmission type with high accuracy.</a:t>
          </a:r>
        </a:p>
      </dgm:t>
    </dgm:pt>
    <dgm:pt modelId="{54FBCC0F-FB1C-4ACC-B3DC-A2355EAFF11D}" type="parTrans" cxnId="{BAADF0D7-C3DC-4686-A34C-451E515144FD}">
      <dgm:prSet/>
      <dgm:spPr/>
      <dgm:t>
        <a:bodyPr/>
        <a:lstStyle/>
        <a:p>
          <a:endParaRPr lang="en-US"/>
        </a:p>
      </dgm:t>
    </dgm:pt>
    <dgm:pt modelId="{039EB694-F177-4E4E-8450-0A2C3EC57F5C}" type="sibTrans" cxnId="{BAADF0D7-C3DC-4686-A34C-451E515144FD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87C1BDAA-B7BB-4A5B-9422-2261E05A342C}">
      <dgm:prSet/>
      <dgm:spPr/>
      <dgm:t>
        <a:bodyPr/>
        <a:lstStyle/>
        <a:p>
          <a:r>
            <a:rPr lang="en-US" dirty="0"/>
            <a:t>Developed a </a:t>
          </a:r>
          <a:r>
            <a:rPr lang="en-US" dirty="0" err="1"/>
            <a:t>Streamlit</a:t>
          </a:r>
          <a:r>
            <a:rPr lang="en-US" dirty="0"/>
            <a:t> app for real-time predictions.</a:t>
          </a:r>
        </a:p>
      </dgm:t>
    </dgm:pt>
    <dgm:pt modelId="{1BCCD8E8-0C33-49CD-A29E-1370DD2F47E4}" type="parTrans" cxnId="{F8F8639E-CBB5-40D3-9ACF-5D7D7AD0A728}">
      <dgm:prSet/>
      <dgm:spPr/>
      <dgm:t>
        <a:bodyPr/>
        <a:lstStyle/>
        <a:p>
          <a:endParaRPr lang="en-US"/>
        </a:p>
      </dgm:t>
    </dgm:pt>
    <dgm:pt modelId="{D2C9E536-3A80-41F6-AEAF-A23EDA911F91}" type="sibTrans" cxnId="{F8F8639E-CBB5-40D3-9ACF-5D7D7AD0A728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10D79BD1-A63B-4343-8F6D-498E0AAC21BF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Linked insights to Power BI dashboard for business decision-making.</a:t>
          </a:r>
        </a:p>
      </dgm:t>
    </dgm:pt>
    <dgm:pt modelId="{FF8D268A-3DA3-4C19-9DCB-686D53A3B95F}" type="parTrans" cxnId="{1F1E194C-0433-4B82-88DF-C7ED8C57DEBB}">
      <dgm:prSet/>
      <dgm:spPr/>
      <dgm:t>
        <a:bodyPr/>
        <a:lstStyle/>
        <a:p>
          <a:endParaRPr lang="en-US"/>
        </a:p>
      </dgm:t>
    </dgm:pt>
    <dgm:pt modelId="{387174F0-04A3-4318-8C71-F66EC92FF93B}" type="sibTrans" cxnId="{1F1E194C-0433-4B82-88DF-C7ED8C57DEBB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881CDA45-5C92-4EF4-A952-FE293AFA3808}">
      <dgm:prSet/>
      <dgm:spPr/>
      <dgm:t>
        <a:bodyPr/>
        <a:lstStyle/>
        <a:p>
          <a:r>
            <a:rPr lang="en-US"/>
            <a:t>Helped Go Auto improve inventory classification and marketing strategies.</a:t>
          </a:r>
        </a:p>
      </dgm:t>
    </dgm:pt>
    <dgm:pt modelId="{5E6BDF29-0D07-4081-808D-BA5252FBF9BE}" type="parTrans" cxnId="{43059839-D941-4B52-9480-BE0E936235C8}">
      <dgm:prSet/>
      <dgm:spPr/>
      <dgm:t>
        <a:bodyPr/>
        <a:lstStyle/>
        <a:p>
          <a:endParaRPr lang="en-US"/>
        </a:p>
      </dgm:t>
    </dgm:pt>
    <dgm:pt modelId="{F9CE440B-0501-4D5A-B7DE-A1D5AD0DAF99}" type="sibTrans" cxnId="{43059839-D941-4B52-9480-BE0E936235C8}">
      <dgm:prSet phldrT="4"/>
      <dgm:spPr/>
      <dgm:t>
        <a:bodyPr/>
        <a:lstStyle/>
        <a:p>
          <a:r>
            <a:rPr lang="en-US"/>
            <a:t>4</a:t>
          </a:r>
        </a:p>
      </dgm:t>
    </dgm:pt>
    <dgm:pt modelId="{3FBE998E-BF46-4C9E-BDD8-DF7FE88C9840}" type="pres">
      <dgm:prSet presAssocID="{5486A312-8782-479B-B913-8AE1838B9BEE}" presName="Name0" presStyleCnt="0">
        <dgm:presLayoutVars>
          <dgm:animLvl val="lvl"/>
          <dgm:resizeHandles val="exact"/>
        </dgm:presLayoutVars>
      </dgm:prSet>
      <dgm:spPr/>
    </dgm:pt>
    <dgm:pt modelId="{2B4393F5-E701-4039-A64F-5319739BB74E}" type="pres">
      <dgm:prSet presAssocID="{4559D12C-1D20-4378-8ECD-4A259A653075}" presName="compositeNode" presStyleCnt="0">
        <dgm:presLayoutVars>
          <dgm:bulletEnabled val="1"/>
        </dgm:presLayoutVars>
      </dgm:prSet>
      <dgm:spPr/>
    </dgm:pt>
    <dgm:pt modelId="{9BD858C1-C5FE-4BE6-98C0-32F4E99EE7E5}" type="pres">
      <dgm:prSet presAssocID="{4559D12C-1D20-4378-8ECD-4A259A653075}" presName="bgRect" presStyleLbl="bgAccFollowNode1" presStyleIdx="0" presStyleCnt="4"/>
      <dgm:spPr/>
    </dgm:pt>
    <dgm:pt modelId="{279C7A18-89A7-45E3-BBEE-A834BB14ED77}" type="pres">
      <dgm:prSet presAssocID="{039EB694-F177-4E4E-8450-0A2C3EC57F5C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2F1928F1-9B40-41E7-A06D-77A3076189BE}" type="pres">
      <dgm:prSet presAssocID="{4559D12C-1D20-4378-8ECD-4A259A653075}" presName="bottomLine" presStyleLbl="alignNode1" presStyleIdx="1" presStyleCnt="8">
        <dgm:presLayoutVars/>
      </dgm:prSet>
      <dgm:spPr/>
    </dgm:pt>
    <dgm:pt modelId="{6B70CE84-DA1A-4DFB-8A65-EC5257D79E66}" type="pres">
      <dgm:prSet presAssocID="{4559D12C-1D20-4378-8ECD-4A259A653075}" presName="nodeText" presStyleLbl="bgAccFollowNode1" presStyleIdx="0" presStyleCnt="4">
        <dgm:presLayoutVars>
          <dgm:bulletEnabled val="1"/>
        </dgm:presLayoutVars>
      </dgm:prSet>
      <dgm:spPr/>
    </dgm:pt>
    <dgm:pt modelId="{41A8AF74-19DB-4656-92D2-DDD44213BF92}" type="pres">
      <dgm:prSet presAssocID="{039EB694-F177-4E4E-8450-0A2C3EC57F5C}" presName="sibTrans" presStyleCnt="0"/>
      <dgm:spPr/>
    </dgm:pt>
    <dgm:pt modelId="{F3C97A62-3D78-4B97-8DA0-5570A9AD0E06}" type="pres">
      <dgm:prSet presAssocID="{87C1BDAA-B7BB-4A5B-9422-2261E05A342C}" presName="compositeNode" presStyleCnt="0">
        <dgm:presLayoutVars>
          <dgm:bulletEnabled val="1"/>
        </dgm:presLayoutVars>
      </dgm:prSet>
      <dgm:spPr/>
    </dgm:pt>
    <dgm:pt modelId="{48E030E1-DFEB-4835-950B-6285941291BA}" type="pres">
      <dgm:prSet presAssocID="{87C1BDAA-B7BB-4A5B-9422-2261E05A342C}" presName="bgRect" presStyleLbl="bgAccFollowNode1" presStyleIdx="1" presStyleCnt="4"/>
      <dgm:spPr/>
    </dgm:pt>
    <dgm:pt modelId="{7C74EA6C-E77F-41B1-BCFF-A8566BEA35C5}" type="pres">
      <dgm:prSet presAssocID="{D2C9E536-3A80-41F6-AEAF-A23EDA911F91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A85AEF15-7FDC-4DCB-B851-39684FE712E6}" type="pres">
      <dgm:prSet presAssocID="{87C1BDAA-B7BB-4A5B-9422-2261E05A342C}" presName="bottomLine" presStyleLbl="alignNode1" presStyleIdx="3" presStyleCnt="8">
        <dgm:presLayoutVars/>
      </dgm:prSet>
      <dgm:spPr/>
    </dgm:pt>
    <dgm:pt modelId="{0915047C-4E00-463C-B0F8-CDD75F0022E8}" type="pres">
      <dgm:prSet presAssocID="{87C1BDAA-B7BB-4A5B-9422-2261E05A342C}" presName="nodeText" presStyleLbl="bgAccFollowNode1" presStyleIdx="1" presStyleCnt="4">
        <dgm:presLayoutVars>
          <dgm:bulletEnabled val="1"/>
        </dgm:presLayoutVars>
      </dgm:prSet>
      <dgm:spPr/>
    </dgm:pt>
    <dgm:pt modelId="{8835D258-AE95-4060-8159-5B7AE7416722}" type="pres">
      <dgm:prSet presAssocID="{D2C9E536-3A80-41F6-AEAF-A23EDA911F91}" presName="sibTrans" presStyleCnt="0"/>
      <dgm:spPr/>
    </dgm:pt>
    <dgm:pt modelId="{69D896DD-2CE0-4610-9317-3E92405B1C03}" type="pres">
      <dgm:prSet presAssocID="{10D79BD1-A63B-4343-8F6D-498E0AAC21BF}" presName="compositeNode" presStyleCnt="0">
        <dgm:presLayoutVars>
          <dgm:bulletEnabled val="1"/>
        </dgm:presLayoutVars>
      </dgm:prSet>
      <dgm:spPr/>
    </dgm:pt>
    <dgm:pt modelId="{BF7CD147-418A-4165-9946-2D79297DCF62}" type="pres">
      <dgm:prSet presAssocID="{10D79BD1-A63B-4343-8F6D-498E0AAC21BF}" presName="bgRect" presStyleLbl="bgAccFollowNode1" presStyleIdx="2" presStyleCnt="4"/>
      <dgm:spPr/>
    </dgm:pt>
    <dgm:pt modelId="{E045892C-9193-41D0-8F74-0315A6E4BFB3}" type="pres">
      <dgm:prSet presAssocID="{387174F0-04A3-4318-8C71-F66EC92FF93B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D6B2A379-805A-4E0B-A0D3-840A383F121B}" type="pres">
      <dgm:prSet presAssocID="{10D79BD1-A63B-4343-8F6D-498E0AAC21BF}" presName="bottomLine" presStyleLbl="alignNode1" presStyleIdx="5" presStyleCnt="8">
        <dgm:presLayoutVars/>
      </dgm:prSet>
      <dgm:spPr/>
    </dgm:pt>
    <dgm:pt modelId="{C72BBADF-1AAA-42C4-8E8D-5885D2B25FA2}" type="pres">
      <dgm:prSet presAssocID="{10D79BD1-A63B-4343-8F6D-498E0AAC21BF}" presName="nodeText" presStyleLbl="bgAccFollowNode1" presStyleIdx="2" presStyleCnt="4">
        <dgm:presLayoutVars>
          <dgm:bulletEnabled val="1"/>
        </dgm:presLayoutVars>
      </dgm:prSet>
      <dgm:spPr/>
    </dgm:pt>
    <dgm:pt modelId="{7A6F49CF-4E1C-44C2-8438-5A53347FCB81}" type="pres">
      <dgm:prSet presAssocID="{387174F0-04A3-4318-8C71-F66EC92FF93B}" presName="sibTrans" presStyleCnt="0"/>
      <dgm:spPr/>
    </dgm:pt>
    <dgm:pt modelId="{E468DE04-EDAE-444D-AB0F-8DECCE93ECEE}" type="pres">
      <dgm:prSet presAssocID="{881CDA45-5C92-4EF4-A952-FE293AFA3808}" presName="compositeNode" presStyleCnt="0">
        <dgm:presLayoutVars>
          <dgm:bulletEnabled val="1"/>
        </dgm:presLayoutVars>
      </dgm:prSet>
      <dgm:spPr/>
    </dgm:pt>
    <dgm:pt modelId="{81D21D8E-32D9-40A3-B7F6-50EEF2D8CFDB}" type="pres">
      <dgm:prSet presAssocID="{881CDA45-5C92-4EF4-A952-FE293AFA3808}" presName="bgRect" presStyleLbl="bgAccFollowNode1" presStyleIdx="3" presStyleCnt="4"/>
      <dgm:spPr/>
    </dgm:pt>
    <dgm:pt modelId="{B8F7E856-F018-470A-8DCC-3C14B76DBBC7}" type="pres">
      <dgm:prSet presAssocID="{F9CE440B-0501-4D5A-B7DE-A1D5AD0DAF99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9A892B47-24EE-488E-B688-A075B72A41CA}" type="pres">
      <dgm:prSet presAssocID="{881CDA45-5C92-4EF4-A952-FE293AFA3808}" presName="bottomLine" presStyleLbl="alignNode1" presStyleIdx="7" presStyleCnt="8">
        <dgm:presLayoutVars/>
      </dgm:prSet>
      <dgm:spPr/>
    </dgm:pt>
    <dgm:pt modelId="{0243F37E-24C4-4449-86A2-342A570E9C20}" type="pres">
      <dgm:prSet presAssocID="{881CDA45-5C92-4EF4-A952-FE293AFA3808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D7B24116-EF35-4EF5-81E4-C22B1853E4E2}" type="presOf" srcId="{10D79BD1-A63B-4343-8F6D-498E0AAC21BF}" destId="{C72BBADF-1AAA-42C4-8E8D-5885D2B25FA2}" srcOrd="1" destOrd="0" presId="urn:microsoft.com/office/officeart/2016/7/layout/BasicLinearProcessNumbered"/>
    <dgm:cxn modelId="{22E5E821-0B9B-4E9A-A322-B064FA6BB099}" type="presOf" srcId="{039EB694-F177-4E4E-8450-0A2C3EC57F5C}" destId="{279C7A18-89A7-45E3-BBEE-A834BB14ED77}" srcOrd="0" destOrd="0" presId="urn:microsoft.com/office/officeart/2016/7/layout/BasicLinearProcessNumbered"/>
    <dgm:cxn modelId="{43059839-D941-4B52-9480-BE0E936235C8}" srcId="{5486A312-8782-479B-B913-8AE1838B9BEE}" destId="{881CDA45-5C92-4EF4-A952-FE293AFA3808}" srcOrd="3" destOrd="0" parTransId="{5E6BDF29-0D07-4081-808D-BA5252FBF9BE}" sibTransId="{F9CE440B-0501-4D5A-B7DE-A1D5AD0DAF99}"/>
    <dgm:cxn modelId="{E8C5775F-C492-4D15-A6A4-DF08ED625004}" type="presOf" srcId="{387174F0-04A3-4318-8C71-F66EC92FF93B}" destId="{E045892C-9193-41D0-8F74-0315A6E4BFB3}" srcOrd="0" destOrd="0" presId="urn:microsoft.com/office/officeart/2016/7/layout/BasicLinearProcessNumbered"/>
    <dgm:cxn modelId="{1F1E194C-0433-4B82-88DF-C7ED8C57DEBB}" srcId="{5486A312-8782-479B-B913-8AE1838B9BEE}" destId="{10D79BD1-A63B-4343-8F6D-498E0AAC21BF}" srcOrd="2" destOrd="0" parTransId="{FF8D268A-3DA3-4C19-9DCB-686D53A3B95F}" sibTransId="{387174F0-04A3-4318-8C71-F66EC92FF93B}"/>
    <dgm:cxn modelId="{2C18EC6C-7FCC-48B4-983D-57E63F764957}" type="presOf" srcId="{5486A312-8782-479B-B913-8AE1838B9BEE}" destId="{3FBE998E-BF46-4C9E-BDD8-DF7FE88C9840}" srcOrd="0" destOrd="0" presId="urn:microsoft.com/office/officeart/2016/7/layout/BasicLinearProcessNumbered"/>
    <dgm:cxn modelId="{84395A78-0A56-4812-9579-A4039E2CB4FF}" type="presOf" srcId="{4559D12C-1D20-4378-8ECD-4A259A653075}" destId="{6B70CE84-DA1A-4DFB-8A65-EC5257D79E66}" srcOrd="1" destOrd="0" presId="urn:microsoft.com/office/officeart/2016/7/layout/BasicLinearProcessNumbered"/>
    <dgm:cxn modelId="{F8F8639E-CBB5-40D3-9ACF-5D7D7AD0A728}" srcId="{5486A312-8782-479B-B913-8AE1838B9BEE}" destId="{87C1BDAA-B7BB-4A5B-9422-2261E05A342C}" srcOrd="1" destOrd="0" parTransId="{1BCCD8E8-0C33-49CD-A29E-1370DD2F47E4}" sibTransId="{D2C9E536-3A80-41F6-AEAF-A23EDA911F91}"/>
    <dgm:cxn modelId="{918347A5-5948-4A10-9DE4-3527872D2F4D}" type="presOf" srcId="{10D79BD1-A63B-4343-8F6D-498E0AAC21BF}" destId="{BF7CD147-418A-4165-9946-2D79297DCF62}" srcOrd="0" destOrd="0" presId="urn:microsoft.com/office/officeart/2016/7/layout/BasicLinearProcessNumbered"/>
    <dgm:cxn modelId="{D25825AA-A553-445C-83E5-251343F148A0}" type="presOf" srcId="{881CDA45-5C92-4EF4-A952-FE293AFA3808}" destId="{0243F37E-24C4-4449-86A2-342A570E9C20}" srcOrd="1" destOrd="0" presId="urn:microsoft.com/office/officeart/2016/7/layout/BasicLinearProcessNumbered"/>
    <dgm:cxn modelId="{2FCE1CAB-AF6C-4859-BB4B-7E461125BA5E}" type="presOf" srcId="{87C1BDAA-B7BB-4A5B-9422-2261E05A342C}" destId="{0915047C-4E00-463C-B0F8-CDD75F0022E8}" srcOrd="1" destOrd="0" presId="urn:microsoft.com/office/officeart/2016/7/layout/BasicLinearProcessNumbered"/>
    <dgm:cxn modelId="{A3E29CC7-4170-49D4-9D0B-533035FF0D9F}" type="presOf" srcId="{F9CE440B-0501-4D5A-B7DE-A1D5AD0DAF99}" destId="{B8F7E856-F018-470A-8DCC-3C14B76DBBC7}" srcOrd="0" destOrd="0" presId="urn:microsoft.com/office/officeart/2016/7/layout/BasicLinearProcessNumbered"/>
    <dgm:cxn modelId="{1BC693CE-A65D-4155-A300-53846AC40D35}" type="presOf" srcId="{D2C9E536-3A80-41F6-AEAF-A23EDA911F91}" destId="{7C74EA6C-E77F-41B1-BCFF-A8566BEA35C5}" srcOrd="0" destOrd="0" presId="urn:microsoft.com/office/officeart/2016/7/layout/BasicLinearProcessNumbered"/>
    <dgm:cxn modelId="{BAADF0D7-C3DC-4686-A34C-451E515144FD}" srcId="{5486A312-8782-479B-B913-8AE1838B9BEE}" destId="{4559D12C-1D20-4378-8ECD-4A259A653075}" srcOrd="0" destOrd="0" parTransId="{54FBCC0F-FB1C-4ACC-B3DC-A2355EAFF11D}" sibTransId="{039EB694-F177-4E4E-8450-0A2C3EC57F5C}"/>
    <dgm:cxn modelId="{E3F115D8-FD8E-4583-939A-1C4D499321A6}" type="presOf" srcId="{87C1BDAA-B7BB-4A5B-9422-2261E05A342C}" destId="{48E030E1-DFEB-4835-950B-6285941291BA}" srcOrd="0" destOrd="0" presId="urn:microsoft.com/office/officeart/2016/7/layout/BasicLinearProcessNumbered"/>
    <dgm:cxn modelId="{B88D7BE1-A295-464F-870E-F9D99B5746B0}" type="presOf" srcId="{881CDA45-5C92-4EF4-A952-FE293AFA3808}" destId="{81D21D8E-32D9-40A3-B7F6-50EEF2D8CFDB}" srcOrd="0" destOrd="0" presId="urn:microsoft.com/office/officeart/2016/7/layout/BasicLinearProcessNumbered"/>
    <dgm:cxn modelId="{3F219AFB-A53C-4172-84F8-FFD95F61FBD6}" type="presOf" srcId="{4559D12C-1D20-4378-8ECD-4A259A653075}" destId="{9BD858C1-C5FE-4BE6-98C0-32F4E99EE7E5}" srcOrd="0" destOrd="0" presId="urn:microsoft.com/office/officeart/2016/7/layout/BasicLinearProcessNumbered"/>
    <dgm:cxn modelId="{6A5A88BF-D204-441D-AC95-2F804084E17E}" type="presParOf" srcId="{3FBE998E-BF46-4C9E-BDD8-DF7FE88C9840}" destId="{2B4393F5-E701-4039-A64F-5319739BB74E}" srcOrd="0" destOrd="0" presId="urn:microsoft.com/office/officeart/2016/7/layout/BasicLinearProcessNumbered"/>
    <dgm:cxn modelId="{31D7AD46-E661-42EE-A9B5-BFDFA864864E}" type="presParOf" srcId="{2B4393F5-E701-4039-A64F-5319739BB74E}" destId="{9BD858C1-C5FE-4BE6-98C0-32F4E99EE7E5}" srcOrd="0" destOrd="0" presId="urn:microsoft.com/office/officeart/2016/7/layout/BasicLinearProcessNumbered"/>
    <dgm:cxn modelId="{00D35368-960C-46A1-8827-D708C98ECBD9}" type="presParOf" srcId="{2B4393F5-E701-4039-A64F-5319739BB74E}" destId="{279C7A18-89A7-45E3-BBEE-A834BB14ED77}" srcOrd="1" destOrd="0" presId="urn:microsoft.com/office/officeart/2016/7/layout/BasicLinearProcessNumbered"/>
    <dgm:cxn modelId="{E0EB8BCC-34BF-4ACD-8D71-4FA360835191}" type="presParOf" srcId="{2B4393F5-E701-4039-A64F-5319739BB74E}" destId="{2F1928F1-9B40-41E7-A06D-77A3076189BE}" srcOrd="2" destOrd="0" presId="urn:microsoft.com/office/officeart/2016/7/layout/BasicLinearProcessNumbered"/>
    <dgm:cxn modelId="{B5CD354F-B163-4815-AB9A-CDA1C6888ADB}" type="presParOf" srcId="{2B4393F5-E701-4039-A64F-5319739BB74E}" destId="{6B70CE84-DA1A-4DFB-8A65-EC5257D79E66}" srcOrd="3" destOrd="0" presId="urn:microsoft.com/office/officeart/2016/7/layout/BasicLinearProcessNumbered"/>
    <dgm:cxn modelId="{37A72838-4718-4DCC-8E3A-E0901BE5630E}" type="presParOf" srcId="{3FBE998E-BF46-4C9E-BDD8-DF7FE88C9840}" destId="{41A8AF74-19DB-4656-92D2-DDD44213BF92}" srcOrd="1" destOrd="0" presId="urn:microsoft.com/office/officeart/2016/7/layout/BasicLinearProcessNumbered"/>
    <dgm:cxn modelId="{34B42AD5-AC0C-4705-A653-B3C5C15819E3}" type="presParOf" srcId="{3FBE998E-BF46-4C9E-BDD8-DF7FE88C9840}" destId="{F3C97A62-3D78-4B97-8DA0-5570A9AD0E06}" srcOrd="2" destOrd="0" presId="urn:microsoft.com/office/officeart/2016/7/layout/BasicLinearProcessNumbered"/>
    <dgm:cxn modelId="{F0BDF2E5-152A-49B0-AE32-536B1145A810}" type="presParOf" srcId="{F3C97A62-3D78-4B97-8DA0-5570A9AD0E06}" destId="{48E030E1-DFEB-4835-950B-6285941291BA}" srcOrd="0" destOrd="0" presId="urn:microsoft.com/office/officeart/2016/7/layout/BasicLinearProcessNumbered"/>
    <dgm:cxn modelId="{2636D897-AFEA-4EA4-BBE7-446F9F4FC044}" type="presParOf" srcId="{F3C97A62-3D78-4B97-8DA0-5570A9AD0E06}" destId="{7C74EA6C-E77F-41B1-BCFF-A8566BEA35C5}" srcOrd="1" destOrd="0" presId="urn:microsoft.com/office/officeart/2016/7/layout/BasicLinearProcessNumbered"/>
    <dgm:cxn modelId="{35CDDCEA-C9E1-42FC-8896-7CAB9D30F5D2}" type="presParOf" srcId="{F3C97A62-3D78-4B97-8DA0-5570A9AD0E06}" destId="{A85AEF15-7FDC-4DCB-B851-39684FE712E6}" srcOrd="2" destOrd="0" presId="urn:microsoft.com/office/officeart/2016/7/layout/BasicLinearProcessNumbered"/>
    <dgm:cxn modelId="{1DB8E2AC-CD07-42A1-8ED2-67134FD5A930}" type="presParOf" srcId="{F3C97A62-3D78-4B97-8DA0-5570A9AD0E06}" destId="{0915047C-4E00-463C-B0F8-CDD75F0022E8}" srcOrd="3" destOrd="0" presId="urn:microsoft.com/office/officeart/2016/7/layout/BasicLinearProcessNumbered"/>
    <dgm:cxn modelId="{B6D0886E-4083-465B-90D1-F49FE57C8FD8}" type="presParOf" srcId="{3FBE998E-BF46-4C9E-BDD8-DF7FE88C9840}" destId="{8835D258-AE95-4060-8159-5B7AE7416722}" srcOrd="3" destOrd="0" presId="urn:microsoft.com/office/officeart/2016/7/layout/BasicLinearProcessNumbered"/>
    <dgm:cxn modelId="{6B76C1E4-B9AD-4A43-99BE-5907F11AAA9C}" type="presParOf" srcId="{3FBE998E-BF46-4C9E-BDD8-DF7FE88C9840}" destId="{69D896DD-2CE0-4610-9317-3E92405B1C03}" srcOrd="4" destOrd="0" presId="urn:microsoft.com/office/officeart/2016/7/layout/BasicLinearProcessNumbered"/>
    <dgm:cxn modelId="{B0ACB525-E782-441A-A6C2-E351896F573D}" type="presParOf" srcId="{69D896DD-2CE0-4610-9317-3E92405B1C03}" destId="{BF7CD147-418A-4165-9946-2D79297DCF62}" srcOrd="0" destOrd="0" presId="urn:microsoft.com/office/officeart/2016/7/layout/BasicLinearProcessNumbered"/>
    <dgm:cxn modelId="{5F0B3F52-A019-413A-9320-E23FD54CE4F1}" type="presParOf" srcId="{69D896DD-2CE0-4610-9317-3E92405B1C03}" destId="{E045892C-9193-41D0-8F74-0315A6E4BFB3}" srcOrd="1" destOrd="0" presId="urn:microsoft.com/office/officeart/2016/7/layout/BasicLinearProcessNumbered"/>
    <dgm:cxn modelId="{F3F29F2F-C236-4085-BBCC-1B70291E39F0}" type="presParOf" srcId="{69D896DD-2CE0-4610-9317-3E92405B1C03}" destId="{D6B2A379-805A-4E0B-A0D3-840A383F121B}" srcOrd="2" destOrd="0" presId="urn:microsoft.com/office/officeart/2016/7/layout/BasicLinearProcessNumbered"/>
    <dgm:cxn modelId="{74493B21-DA18-41FA-8B47-F67CFDA9169B}" type="presParOf" srcId="{69D896DD-2CE0-4610-9317-3E92405B1C03}" destId="{C72BBADF-1AAA-42C4-8E8D-5885D2B25FA2}" srcOrd="3" destOrd="0" presId="urn:microsoft.com/office/officeart/2016/7/layout/BasicLinearProcessNumbered"/>
    <dgm:cxn modelId="{00C9426C-2DBF-4E00-B37A-86C246A5AE42}" type="presParOf" srcId="{3FBE998E-BF46-4C9E-BDD8-DF7FE88C9840}" destId="{7A6F49CF-4E1C-44C2-8438-5A53347FCB81}" srcOrd="5" destOrd="0" presId="urn:microsoft.com/office/officeart/2016/7/layout/BasicLinearProcessNumbered"/>
    <dgm:cxn modelId="{D4834375-162C-41EE-A75C-4360BFB6262A}" type="presParOf" srcId="{3FBE998E-BF46-4C9E-BDD8-DF7FE88C9840}" destId="{E468DE04-EDAE-444D-AB0F-8DECCE93ECEE}" srcOrd="6" destOrd="0" presId="urn:microsoft.com/office/officeart/2016/7/layout/BasicLinearProcessNumbered"/>
    <dgm:cxn modelId="{B39BBE66-D8A0-4DF3-8FBB-5130052C1EC8}" type="presParOf" srcId="{E468DE04-EDAE-444D-AB0F-8DECCE93ECEE}" destId="{81D21D8E-32D9-40A3-B7F6-50EEF2D8CFDB}" srcOrd="0" destOrd="0" presId="urn:microsoft.com/office/officeart/2016/7/layout/BasicLinearProcessNumbered"/>
    <dgm:cxn modelId="{F2DA984D-8C67-4E68-A8A2-C906B3CE4864}" type="presParOf" srcId="{E468DE04-EDAE-444D-AB0F-8DECCE93ECEE}" destId="{B8F7E856-F018-470A-8DCC-3C14B76DBBC7}" srcOrd="1" destOrd="0" presId="urn:microsoft.com/office/officeart/2016/7/layout/BasicLinearProcessNumbered"/>
    <dgm:cxn modelId="{5EB7E17B-1222-4F91-9B30-4F7A0B617402}" type="presParOf" srcId="{E468DE04-EDAE-444D-AB0F-8DECCE93ECEE}" destId="{9A892B47-24EE-488E-B688-A075B72A41CA}" srcOrd="2" destOrd="0" presId="urn:microsoft.com/office/officeart/2016/7/layout/BasicLinearProcessNumbered"/>
    <dgm:cxn modelId="{789D6B89-D6CB-4EC9-B54B-F3E632505BD1}" type="presParOf" srcId="{E468DE04-EDAE-444D-AB0F-8DECCE93ECEE}" destId="{0243F37E-24C4-4449-86A2-342A570E9C20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800E6E-05AF-4D41-ACBA-873E1119EC37}">
      <dsp:nvSpPr>
        <dsp:cNvPr id="0" name=""/>
        <dsp:cNvSpPr/>
      </dsp:nvSpPr>
      <dsp:spPr>
        <a:xfrm>
          <a:off x="0" y="358441"/>
          <a:ext cx="10515600" cy="1241761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113C7E-F088-4CD9-A173-17A5E5440D92}">
      <dsp:nvSpPr>
        <dsp:cNvPr id="0" name=""/>
        <dsp:cNvSpPr/>
      </dsp:nvSpPr>
      <dsp:spPr>
        <a:xfrm>
          <a:off x="343824" y="447927"/>
          <a:ext cx="3038880" cy="70435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4000" b="-14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E64754-2298-4B3F-8963-33E3DFDCC041}">
      <dsp:nvSpPr>
        <dsp:cNvPr id="0" name=""/>
        <dsp:cNvSpPr/>
      </dsp:nvSpPr>
      <dsp:spPr>
        <a:xfrm rot="10800000">
          <a:off x="320294" y="1420987"/>
          <a:ext cx="3085940" cy="3110776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Build a binary classification model to predict vehicle transmission type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Integrate into a user-facing stream-lit app.                                                            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Support business decisions with a dashboard in power BI.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                                                              </a:t>
          </a:r>
        </a:p>
      </dsp:txBody>
      <dsp:txXfrm rot="10800000">
        <a:off x="415197" y="1420987"/>
        <a:ext cx="2896134" cy="3015873"/>
      </dsp:txXfrm>
    </dsp:sp>
    <dsp:sp modelId="{172BC348-A400-40C8-861E-883A3A021789}">
      <dsp:nvSpPr>
        <dsp:cNvPr id="0" name=""/>
        <dsp:cNvSpPr/>
      </dsp:nvSpPr>
      <dsp:spPr>
        <a:xfrm>
          <a:off x="3924580" y="430382"/>
          <a:ext cx="2663413" cy="69732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24000" b="-24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0538D6-05FD-47DE-9C00-F4A267B24F3A}">
      <dsp:nvSpPr>
        <dsp:cNvPr id="0" name=""/>
        <dsp:cNvSpPr/>
      </dsp:nvSpPr>
      <dsp:spPr>
        <a:xfrm rot="10800000">
          <a:off x="3714829" y="1420987"/>
          <a:ext cx="3085940" cy="3110776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Achieve high accuracy and recall and precision.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Enable real-time classification.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Provide interpretability for decision-making. </a:t>
          </a:r>
        </a:p>
      </dsp:txBody>
      <dsp:txXfrm rot="10800000">
        <a:off x="3809732" y="1420987"/>
        <a:ext cx="2896134" cy="3015873"/>
      </dsp:txXfrm>
    </dsp:sp>
    <dsp:sp modelId="{EF7DAEB6-2328-4002-891E-28D2EB4CB0A8}">
      <dsp:nvSpPr>
        <dsp:cNvPr id="0" name=""/>
        <dsp:cNvSpPr/>
      </dsp:nvSpPr>
      <dsp:spPr>
        <a:xfrm>
          <a:off x="7303038" y="419078"/>
          <a:ext cx="2570403" cy="67224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t="-42000" b="-42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4B3EBD-4DF7-44FE-A445-33AB592BB835}">
      <dsp:nvSpPr>
        <dsp:cNvPr id="0" name=""/>
        <dsp:cNvSpPr/>
      </dsp:nvSpPr>
      <dsp:spPr>
        <a:xfrm rot="10800000">
          <a:off x="7109364" y="1420987"/>
          <a:ext cx="3085940" cy="3110776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Focused on dealership inventory from Edmonton (both sold and available vehicles) for comprehensive training data.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Included features like: year, make, model, mileage, stock type, fuel type                                         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Excluded: electric vehicles and hybrid types due to low volume</a:t>
          </a:r>
        </a:p>
      </dsp:txBody>
      <dsp:txXfrm rot="10800000">
        <a:off x="7204267" y="1420987"/>
        <a:ext cx="2896134" cy="30158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C68D31-4A44-4842-B3F5-BCC0FA326A2B}">
      <dsp:nvSpPr>
        <dsp:cNvPr id="0" name=""/>
        <dsp:cNvSpPr/>
      </dsp:nvSpPr>
      <dsp:spPr>
        <a:xfrm>
          <a:off x="0" y="0"/>
          <a:ext cx="9288654" cy="11068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Features used:</a:t>
          </a:r>
          <a:endParaRPr lang="en-US" sz="2100" kern="1200"/>
        </a:p>
      </dsp:txBody>
      <dsp:txXfrm>
        <a:off x="32418" y="32418"/>
        <a:ext cx="8094307" cy="1041985"/>
      </dsp:txXfrm>
    </dsp:sp>
    <dsp:sp modelId="{06930FC5-44C1-4638-B3AE-BA55305C2059}">
      <dsp:nvSpPr>
        <dsp:cNvPr id="0" name=""/>
        <dsp:cNvSpPr/>
      </dsp:nvSpPr>
      <dsp:spPr>
        <a:xfrm>
          <a:off x="819587" y="1291291"/>
          <a:ext cx="9288654" cy="11068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Mileage, price, model_year, make, model, series, style, certified, price_analysis, drivetrain_from_vin, engine_from_vin, fuel_type_from_vin, number_price_changes, stock_type</a:t>
          </a:r>
        </a:p>
      </dsp:txBody>
      <dsp:txXfrm>
        <a:off x="852005" y="1323709"/>
        <a:ext cx="7684797" cy="1041985"/>
      </dsp:txXfrm>
    </dsp:sp>
    <dsp:sp modelId="{A011E6C0-7E12-4692-9CEB-DB9AF31F4513}">
      <dsp:nvSpPr>
        <dsp:cNvPr id="0" name=""/>
        <dsp:cNvSpPr/>
      </dsp:nvSpPr>
      <dsp:spPr>
        <a:xfrm>
          <a:off x="1639174" y="2582583"/>
          <a:ext cx="9288654" cy="110682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Label Encoding used for categorical features.</a:t>
          </a:r>
        </a:p>
      </dsp:txBody>
      <dsp:txXfrm>
        <a:off x="1671592" y="2615001"/>
        <a:ext cx="7684797" cy="1041985"/>
      </dsp:txXfrm>
    </dsp:sp>
    <dsp:sp modelId="{927B4C80-B0DC-441F-B89D-2F41DF3B789E}">
      <dsp:nvSpPr>
        <dsp:cNvPr id="0" name=""/>
        <dsp:cNvSpPr/>
      </dsp:nvSpPr>
      <dsp:spPr>
        <a:xfrm>
          <a:off x="8569220" y="839339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8731092" y="839339"/>
        <a:ext cx="395689" cy="541373"/>
      </dsp:txXfrm>
    </dsp:sp>
    <dsp:sp modelId="{65EF0232-F4A3-41FD-B299-98BB2399EB0A}">
      <dsp:nvSpPr>
        <dsp:cNvPr id="0" name=""/>
        <dsp:cNvSpPr/>
      </dsp:nvSpPr>
      <dsp:spPr>
        <a:xfrm>
          <a:off x="9388807" y="2123252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9550679" y="2123252"/>
        <a:ext cx="395689" cy="5413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868EE5-B0F3-43EA-95F9-F6EDFF74BA35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2CA999-84C8-4156-B0E4-A18F6564B4DD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Handled null values and cleaned categorical features.</a:t>
          </a:r>
        </a:p>
      </dsp:txBody>
      <dsp:txXfrm>
        <a:off x="299702" y="1282093"/>
        <a:ext cx="2200851" cy="1366505"/>
      </dsp:txXfrm>
    </dsp:sp>
    <dsp:sp modelId="{AE244CA6-C728-4E18-83C3-E30BD55DAD16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D13134-BCD3-42B8-B96D-90C739509BE7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Label Encoded columns like make, model, drivetrain, etc.</a:t>
          </a:r>
        </a:p>
      </dsp:txBody>
      <dsp:txXfrm>
        <a:off x="3093555" y="1282093"/>
        <a:ext cx="2200851" cy="1366505"/>
      </dsp:txXfrm>
    </dsp:sp>
    <dsp:sp modelId="{3787747F-FC19-466D-BB4A-00AE6D464378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F49AFB-95BB-41BD-AA30-7EBD705E9A06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Scaled numerical values for mileage, price, and model_year.</a:t>
          </a:r>
        </a:p>
      </dsp:txBody>
      <dsp:txXfrm>
        <a:off x="5887408" y="1282093"/>
        <a:ext cx="2200851" cy="1366505"/>
      </dsp:txXfrm>
    </dsp:sp>
    <dsp:sp modelId="{E0CE0727-E48B-43C2-B0F3-DE6F2B55569A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BD6AD3-0E4D-401F-A791-ED6A1CADAF8B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Removed highly correlated features to reduce overfitting.</a:t>
          </a:r>
        </a:p>
      </dsp:txBody>
      <dsp:txXfrm>
        <a:off x="8681261" y="1282093"/>
        <a:ext cx="2200851" cy="13665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549F97-EA0F-468D-92F8-B9E27D0B1AAD}">
      <dsp:nvSpPr>
        <dsp:cNvPr id="0" name=""/>
        <dsp:cNvSpPr/>
      </dsp:nvSpPr>
      <dsp:spPr>
        <a:xfrm>
          <a:off x="0" y="1937"/>
          <a:ext cx="7891448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C4C7046-BCF1-407B-A90B-C71673DDB636}">
      <dsp:nvSpPr>
        <dsp:cNvPr id="0" name=""/>
        <dsp:cNvSpPr/>
      </dsp:nvSpPr>
      <dsp:spPr>
        <a:xfrm>
          <a:off x="0" y="1937"/>
          <a:ext cx="7891448" cy="986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 </a:t>
          </a: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Machine Learning Model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is a system that learns from data to make predictions</a:t>
          </a:r>
          <a:r>
            <a:rPr lang="en-US" sz="900" kern="1200" dirty="0"/>
            <a:t>.</a:t>
          </a:r>
        </a:p>
      </dsp:txBody>
      <dsp:txXfrm>
        <a:off x="0" y="1937"/>
        <a:ext cx="7891448" cy="986300"/>
      </dsp:txXfrm>
    </dsp:sp>
    <dsp:sp modelId="{92177B76-AD49-4228-B965-9AC07A414F03}">
      <dsp:nvSpPr>
        <dsp:cNvPr id="0" name=""/>
        <dsp:cNvSpPr/>
      </dsp:nvSpPr>
      <dsp:spPr>
        <a:xfrm>
          <a:off x="0" y="988238"/>
          <a:ext cx="7891448" cy="0"/>
        </a:xfrm>
        <a:prstGeom prst="line">
          <a:avLst/>
        </a:prstGeom>
        <a:gradFill rotWithShape="0">
          <a:gsLst>
            <a:gs pos="0">
              <a:schemeClr val="accent2">
                <a:hueOff val="1288723"/>
                <a:satOff val="-3699"/>
                <a:lumOff val="-5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88723"/>
                <a:satOff val="-3699"/>
                <a:lumOff val="-5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88723"/>
                <a:satOff val="-3699"/>
                <a:lumOff val="-5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0F26230-FE8A-4ADC-A9AE-AA61A22D12EF}">
      <dsp:nvSpPr>
        <dsp:cNvPr id="0" name=""/>
        <dsp:cNvSpPr/>
      </dsp:nvSpPr>
      <dsp:spPr>
        <a:xfrm>
          <a:off x="0" y="988238"/>
          <a:ext cx="7891448" cy="9037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Tried Logistic Regression, Decision Tree, Random Forest, and KNN</a:t>
          </a:r>
          <a:r>
            <a:rPr lang="en-US" sz="900" kern="1200" dirty="0"/>
            <a:t>.
</a:t>
          </a:r>
        </a:p>
      </dsp:txBody>
      <dsp:txXfrm>
        <a:off x="0" y="988238"/>
        <a:ext cx="7891448" cy="903705"/>
      </dsp:txXfrm>
    </dsp:sp>
    <dsp:sp modelId="{62E0DAB5-6B22-4C8C-AF09-9A22A9468609}">
      <dsp:nvSpPr>
        <dsp:cNvPr id="0" name=""/>
        <dsp:cNvSpPr/>
      </dsp:nvSpPr>
      <dsp:spPr>
        <a:xfrm>
          <a:off x="0" y="1891943"/>
          <a:ext cx="7891448" cy="0"/>
        </a:xfrm>
        <a:prstGeom prst="line">
          <a:avLst/>
        </a:prstGeom>
        <a:gradFill rotWithShape="0">
          <a:gsLst>
            <a:gs pos="0">
              <a:schemeClr val="accent2">
                <a:hueOff val="2577445"/>
                <a:satOff val="-7397"/>
                <a:lumOff val="-11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577445"/>
                <a:satOff val="-7397"/>
                <a:lumOff val="-11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577445"/>
                <a:satOff val="-7397"/>
                <a:lumOff val="-11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3862E65-8DAF-4E75-BD7B-461130776C9C}">
      <dsp:nvSpPr>
        <dsp:cNvPr id="0" name=""/>
        <dsp:cNvSpPr/>
      </dsp:nvSpPr>
      <dsp:spPr>
        <a:xfrm>
          <a:off x="0" y="1891943"/>
          <a:ext cx="7891448" cy="884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Model: 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Logistic Regression with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RandomizedSearchCV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for hyperparameter tuning</a:t>
          </a:r>
        </a:p>
      </dsp:txBody>
      <dsp:txXfrm>
        <a:off x="0" y="1891943"/>
        <a:ext cx="7891448" cy="884430"/>
      </dsp:txXfrm>
    </dsp:sp>
    <dsp:sp modelId="{C3E1CD2C-34BC-48E1-AF2C-3421E6435B94}">
      <dsp:nvSpPr>
        <dsp:cNvPr id="0" name=""/>
        <dsp:cNvSpPr/>
      </dsp:nvSpPr>
      <dsp:spPr>
        <a:xfrm>
          <a:off x="0" y="2776373"/>
          <a:ext cx="7891448" cy="0"/>
        </a:xfrm>
        <a:prstGeom prst="line">
          <a:avLst/>
        </a:prstGeom>
        <a:gradFill rotWithShape="0">
          <a:gsLst>
            <a:gs pos="0">
              <a:schemeClr val="accent2">
                <a:hueOff val="3866169"/>
                <a:satOff val="-11096"/>
                <a:lumOff val="-17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66169"/>
                <a:satOff val="-11096"/>
                <a:lumOff val="-17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66169"/>
                <a:satOff val="-11096"/>
                <a:lumOff val="-17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D8F51C4-17C1-4656-8393-33DCB5B0372A}">
      <dsp:nvSpPr>
        <dsp:cNvPr id="0" name=""/>
        <dsp:cNvSpPr/>
      </dsp:nvSpPr>
      <dsp:spPr>
        <a:xfrm>
          <a:off x="0" y="2776373"/>
          <a:ext cx="7891448" cy="1119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Reason for selection</a:t>
          </a:r>
          <a:r>
            <a:rPr lang="en-CA" sz="900" b="1" kern="1200" dirty="0"/>
            <a:t>:
	</a:t>
          </a:r>
          <a:endParaRPr lang="en-US" sz="900" kern="1200" dirty="0"/>
        </a:p>
      </dsp:txBody>
      <dsp:txXfrm>
        <a:off x="0" y="2776373"/>
        <a:ext cx="7891448" cy="1119575"/>
      </dsp:txXfrm>
    </dsp:sp>
    <dsp:sp modelId="{3B849FBD-6685-4CFB-B441-5791E62AD03F}">
      <dsp:nvSpPr>
        <dsp:cNvPr id="0" name=""/>
        <dsp:cNvSpPr/>
      </dsp:nvSpPr>
      <dsp:spPr>
        <a:xfrm>
          <a:off x="0" y="3504197"/>
          <a:ext cx="7891448" cy="0"/>
        </a:xfrm>
        <a:prstGeom prst="line">
          <a:avLst/>
        </a:prstGeom>
        <a:gradFill rotWithShape="0">
          <a:gsLst>
            <a:gs pos="0">
              <a:schemeClr val="accent2">
                <a:hueOff val="5154891"/>
                <a:satOff val="-14794"/>
                <a:lumOff val="-236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154891"/>
                <a:satOff val="-14794"/>
                <a:lumOff val="-236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154891"/>
                <a:satOff val="-14794"/>
                <a:lumOff val="-236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C9317F1-70A5-4360-A546-8C7F23DF5692}">
      <dsp:nvSpPr>
        <dsp:cNvPr id="0" name=""/>
        <dsp:cNvSpPr/>
      </dsp:nvSpPr>
      <dsp:spPr>
        <a:xfrm>
          <a:off x="0" y="3580394"/>
          <a:ext cx="7891448" cy="7483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Logistic Regression performed consistently well for binary classification.</a:t>
          </a:r>
          <a:r>
            <a:rPr lang="en-US" sz="900" kern="1200" dirty="0"/>
            <a:t>
</a:t>
          </a:r>
        </a:p>
      </dsp:txBody>
      <dsp:txXfrm>
        <a:off x="0" y="3580394"/>
        <a:ext cx="7891448" cy="748317"/>
      </dsp:txXfrm>
    </dsp:sp>
    <dsp:sp modelId="{77D9A4BE-922F-4780-BA64-D0CE5E34FD04}">
      <dsp:nvSpPr>
        <dsp:cNvPr id="0" name=""/>
        <dsp:cNvSpPr/>
      </dsp:nvSpPr>
      <dsp:spPr>
        <a:xfrm>
          <a:off x="0" y="4644266"/>
          <a:ext cx="7891448" cy="0"/>
        </a:xfrm>
        <a:prstGeom prst="line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260597E-BBA8-44C6-A5BF-71D508CAF6E4}">
      <dsp:nvSpPr>
        <dsp:cNvPr id="0" name=""/>
        <dsp:cNvSpPr/>
      </dsp:nvSpPr>
      <dsp:spPr>
        <a:xfrm>
          <a:off x="0" y="4644266"/>
          <a:ext cx="7883741" cy="1914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Aptos Display" panose="02110004020202020204"/>
            </a:rPr>
            <a:t>RandomizedSearchCV</a:t>
          </a:r>
          <a:r>
            <a:rPr lang="en-US" sz="2400" kern="1200" dirty="0">
              <a:latin typeface="Aptos Display" panose="02110004020202020204"/>
            </a:rPr>
            <a:t> was chosen over </a:t>
          </a:r>
          <a:r>
            <a:rPr lang="en-US" sz="2400" kern="1200" dirty="0" err="1">
              <a:latin typeface="Aptos Display" panose="02110004020202020204"/>
            </a:rPr>
            <a:t>GridSearchCV</a:t>
          </a:r>
          <a:r>
            <a:rPr lang="en-US" sz="2400" kern="1200" dirty="0">
              <a:latin typeface="Aptos Display" panose="02110004020202020204"/>
            </a:rPr>
            <a:t> as both gave similar F1 scores, but </a:t>
          </a:r>
          <a:r>
            <a:rPr lang="en-US" sz="2400" kern="1200" dirty="0" err="1">
              <a:latin typeface="Aptos Display" panose="02110004020202020204"/>
            </a:rPr>
            <a:t>RandomizedSearchCV</a:t>
          </a:r>
          <a:r>
            <a:rPr lang="en-US" sz="2400" kern="1200" dirty="0">
              <a:latin typeface="Aptos Display" panose="02110004020202020204"/>
            </a:rPr>
            <a:t> was more efficient and faster.</a:t>
          </a:r>
        </a:p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ptos Display" panose="02110004020202020204"/>
            </a:rPr>
            <a:t>Metrics: Accuracy, Precision, Recall, F1-Score (evaluated using confusion matrix).
</a:t>
          </a:r>
          <a:r>
            <a:rPr lang="en-US" sz="1100" kern="1200" dirty="0">
              <a:latin typeface="Aptos Display" panose="02110004020202020204"/>
            </a:rPr>
            <a:t>
</a:t>
          </a:r>
          <a:r>
            <a:rPr lang="en-CA" sz="1100" kern="1200" dirty="0">
              <a:latin typeface="Aptos Display" panose="02110004020202020204"/>
            </a:rPr>
            <a:t>.</a:t>
          </a:r>
        </a:p>
      </dsp:txBody>
      <dsp:txXfrm>
        <a:off x="0" y="4644266"/>
        <a:ext cx="7883741" cy="19144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451E71-2629-4C80-A441-CBCB93D0E510}">
      <dsp:nvSpPr>
        <dsp:cNvPr id="0" name=""/>
        <dsp:cNvSpPr/>
      </dsp:nvSpPr>
      <dsp:spPr>
        <a:xfrm>
          <a:off x="0" y="39103"/>
          <a:ext cx="10767366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Difficulty with environment setup and module installation(</a:t>
          </a:r>
          <a:r>
            <a:rPr lang="en-US" sz="2400" kern="1200" dirty="0" err="1"/>
            <a:t>joblib</a:t>
          </a:r>
          <a:r>
            <a:rPr lang="en-US" sz="2400" kern="1200" dirty="0"/>
            <a:t>, scikit-learn, </a:t>
          </a:r>
          <a:r>
            <a:rPr lang="en-US" sz="2400" kern="1200" dirty="0" err="1"/>
            <a:t>streamlit</a:t>
          </a:r>
          <a:r>
            <a:rPr lang="en-US" sz="2400" kern="1200" dirty="0"/>
            <a:t>)</a:t>
          </a:r>
        </a:p>
      </dsp:txBody>
      <dsp:txXfrm>
        <a:off x="46606" y="85709"/>
        <a:ext cx="10674154" cy="861507"/>
      </dsp:txXfrm>
    </dsp:sp>
    <dsp:sp modelId="{328E8E12-2F84-4275-BC05-29B72487DDAE}">
      <dsp:nvSpPr>
        <dsp:cNvPr id="0" name=""/>
        <dsp:cNvSpPr/>
      </dsp:nvSpPr>
      <dsp:spPr>
        <a:xfrm>
          <a:off x="0" y="1097694"/>
          <a:ext cx="10767366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Encoding mismatch between training &amp; prediction.</a:t>
          </a:r>
        </a:p>
      </dsp:txBody>
      <dsp:txXfrm>
        <a:off x="46606" y="1144300"/>
        <a:ext cx="10674154" cy="861507"/>
      </dsp:txXfrm>
    </dsp:sp>
    <dsp:sp modelId="{7A32C38F-EB9E-4ACB-938F-A358D4E6D486}">
      <dsp:nvSpPr>
        <dsp:cNvPr id="0" name=""/>
        <dsp:cNvSpPr/>
      </dsp:nvSpPr>
      <dsp:spPr>
        <a:xfrm>
          <a:off x="0" y="2121534"/>
          <a:ext cx="10767366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Fixed feature mismatch by using </a:t>
          </a:r>
          <a:r>
            <a:rPr lang="en-US" sz="2400" kern="1200" dirty="0" err="1"/>
            <a:t>model.feature_names_in</a:t>
          </a:r>
          <a:r>
            <a:rPr lang="en-US" sz="2400" kern="1200" dirty="0"/>
            <a:t>_.</a:t>
          </a:r>
        </a:p>
      </dsp:txBody>
      <dsp:txXfrm>
        <a:off x="46606" y="2168140"/>
        <a:ext cx="10674154" cy="861507"/>
      </dsp:txXfrm>
    </dsp:sp>
    <dsp:sp modelId="{2E451800-CE18-43DE-8BCB-5161BF4AD34F}">
      <dsp:nvSpPr>
        <dsp:cNvPr id="0" name=""/>
        <dsp:cNvSpPr/>
      </dsp:nvSpPr>
      <dsp:spPr>
        <a:xfrm>
          <a:off x="0" y="3145374"/>
          <a:ext cx="10767366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Streamlit</a:t>
          </a:r>
          <a:r>
            <a:rPr lang="en-US" sz="2400" kern="1200" dirty="0"/>
            <a:t> app styling and restructuring tabs for improved user experience(UX).</a:t>
          </a:r>
        </a:p>
      </dsp:txBody>
      <dsp:txXfrm>
        <a:off x="46606" y="3191980"/>
        <a:ext cx="10674154" cy="86150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D858C1-C5FE-4BE6-98C0-32F4E99EE7E5}">
      <dsp:nvSpPr>
        <dsp:cNvPr id="0" name=""/>
        <dsp:cNvSpPr/>
      </dsp:nvSpPr>
      <dsp:spPr>
        <a:xfrm>
          <a:off x="3080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Built a reliable machine learning model to predict transmission type with high accuracy.</a:t>
          </a:r>
        </a:p>
      </dsp:txBody>
      <dsp:txXfrm>
        <a:off x="3080" y="1765067"/>
        <a:ext cx="2444055" cy="2053006"/>
      </dsp:txXfrm>
    </dsp:sp>
    <dsp:sp modelId="{279C7A18-89A7-45E3-BBEE-A834BB14ED77}">
      <dsp:nvSpPr>
        <dsp:cNvPr id="0" name=""/>
        <dsp:cNvSpPr/>
      </dsp:nvSpPr>
      <dsp:spPr>
        <a:xfrm>
          <a:off x="711856" y="806997"/>
          <a:ext cx="1026503" cy="102650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2184" y="957325"/>
        <a:ext cx="725847" cy="725847"/>
      </dsp:txXfrm>
    </dsp:sp>
    <dsp:sp modelId="{2F1928F1-9B40-41E7-A06D-77A3076189BE}">
      <dsp:nvSpPr>
        <dsp:cNvPr id="0" name=""/>
        <dsp:cNvSpPr/>
      </dsp:nvSpPr>
      <dsp:spPr>
        <a:xfrm>
          <a:off x="3080" y="3886435"/>
          <a:ext cx="2444055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8E030E1-DFEB-4835-950B-6285941291BA}">
      <dsp:nvSpPr>
        <dsp:cNvPr id="0" name=""/>
        <dsp:cNvSpPr/>
      </dsp:nvSpPr>
      <dsp:spPr>
        <a:xfrm>
          <a:off x="2691541" y="464830"/>
          <a:ext cx="2444055" cy="342167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Developed a </a:t>
          </a:r>
          <a:r>
            <a:rPr lang="en-US" sz="1900" kern="1200" dirty="0" err="1"/>
            <a:t>Streamlit</a:t>
          </a:r>
          <a:r>
            <a:rPr lang="en-US" sz="1900" kern="1200" dirty="0"/>
            <a:t> app for real-time predictions.</a:t>
          </a:r>
        </a:p>
      </dsp:txBody>
      <dsp:txXfrm>
        <a:off x="2691541" y="1765067"/>
        <a:ext cx="2444055" cy="2053006"/>
      </dsp:txXfrm>
    </dsp:sp>
    <dsp:sp modelId="{7C74EA6C-E77F-41B1-BCFF-A8566BEA35C5}">
      <dsp:nvSpPr>
        <dsp:cNvPr id="0" name=""/>
        <dsp:cNvSpPr/>
      </dsp:nvSpPr>
      <dsp:spPr>
        <a:xfrm>
          <a:off x="3400317" y="806997"/>
          <a:ext cx="1026503" cy="102650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50645" y="957325"/>
        <a:ext cx="725847" cy="725847"/>
      </dsp:txXfrm>
    </dsp:sp>
    <dsp:sp modelId="{A85AEF15-7FDC-4DCB-B851-39684FE712E6}">
      <dsp:nvSpPr>
        <dsp:cNvPr id="0" name=""/>
        <dsp:cNvSpPr/>
      </dsp:nvSpPr>
      <dsp:spPr>
        <a:xfrm>
          <a:off x="2691541" y="3886435"/>
          <a:ext cx="2444055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F7CD147-418A-4165-9946-2D79297DCF62}">
      <dsp:nvSpPr>
        <dsp:cNvPr id="0" name=""/>
        <dsp:cNvSpPr/>
      </dsp:nvSpPr>
      <dsp:spPr>
        <a:xfrm>
          <a:off x="5380002" y="464830"/>
          <a:ext cx="2444055" cy="342167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Linked insights to Power BI dashboard for business decision-making.</a:t>
          </a:r>
        </a:p>
      </dsp:txBody>
      <dsp:txXfrm>
        <a:off x="5380002" y="1765067"/>
        <a:ext cx="2444055" cy="2053006"/>
      </dsp:txXfrm>
    </dsp:sp>
    <dsp:sp modelId="{E045892C-9193-41D0-8F74-0315A6E4BFB3}">
      <dsp:nvSpPr>
        <dsp:cNvPr id="0" name=""/>
        <dsp:cNvSpPr/>
      </dsp:nvSpPr>
      <dsp:spPr>
        <a:xfrm>
          <a:off x="6088778" y="806997"/>
          <a:ext cx="1026503" cy="102650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39106" y="957325"/>
        <a:ext cx="725847" cy="725847"/>
      </dsp:txXfrm>
    </dsp:sp>
    <dsp:sp modelId="{D6B2A379-805A-4E0B-A0D3-840A383F121B}">
      <dsp:nvSpPr>
        <dsp:cNvPr id="0" name=""/>
        <dsp:cNvSpPr/>
      </dsp:nvSpPr>
      <dsp:spPr>
        <a:xfrm>
          <a:off x="5380002" y="3886435"/>
          <a:ext cx="2444055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1D21D8E-32D9-40A3-B7F6-50EEF2D8CFDB}">
      <dsp:nvSpPr>
        <dsp:cNvPr id="0" name=""/>
        <dsp:cNvSpPr/>
      </dsp:nvSpPr>
      <dsp:spPr>
        <a:xfrm>
          <a:off x="8068463" y="464830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Helped Go Auto improve inventory classification and marketing strategies.</a:t>
          </a:r>
        </a:p>
      </dsp:txBody>
      <dsp:txXfrm>
        <a:off x="8068463" y="1765067"/>
        <a:ext cx="2444055" cy="2053006"/>
      </dsp:txXfrm>
    </dsp:sp>
    <dsp:sp modelId="{B8F7E856-F018-470A-8DCC-3C14B76DBBC7}">
      <dsp:nvSpPr>
        <dsp:cNvPr id="0" name=""/>
        <dsp:cNvSpPr/>
      </dsp:nvSpPr>
      <dsp:spPr>
        <a:xfrm>
          <a:off x="8777239" y="806997"/>
          <a:ext cx="1026503" cy="10265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927567" y="957325"/>
        <a:ext cx="725847" cy="725847"/>
      </dsp:txXfrm>
    </dsp:sp>
    <dsp:sp modelId="{9A892B47-24EE-488E-B688-A075B72A41CA}">
      <dsp:nvSpPr>
        <dsp:cNvPr id="0" name=""/>
        <dsp:cNvSpPr/>
      </dsp:nvSpPr>
      <dsp:spPr>
        <a:xfrm>
          <a:off x="8068463" y="3886435"/>
          <a:ext cx="2444055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AE6-B098-3106-B7B9-7B391581E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4FE4B2-4510-A1E1-2964-70C8885E9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9340F-95D7-26D5-338E-7E05A848E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C671-0A56-45F1-A08F-430B6DC03307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6237C-2CA4-7468-6C49-27F20294B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D62A2-AA2D-5FE0-8A19-303A9D26D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B21EE-5A62-499D-91FA-6FAE1BE8C49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332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D7A9C-4424-20F0-DDEC-CD4617C88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B17F0-151C-2457-9CFD-920BF016F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BAC1A-A84B-43C4-FB62-FB660EACA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C671-0A56-45F1-A08F-430B6DC03307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AB004-3F8E-1060-28AF-FB9FAEE69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23769-9864-D5FB-0818-91EB836EC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B21EE-5A62-499D-91FA-6FAE1BE8C49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3628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B670A-2A50-A5F0-E23A-87DBDC8B7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9B4E3-7997-49FC-F9AD-CC842703A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FCB00-74DB-A7C8-995B-B6DE6380C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C671-0A56-45F1-A08F-430B6DC03307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A4F16-31A4-274B-5E0F-F8E44EF2A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0A831-B976-965F-FB87-466C9ED79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B21EE-5A62-499D-91FA-6FAE1BE8C49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6630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EEB67-6830-A9B4-CFAB-7CEB742AE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84C92-2AFF-98F4-192D-EA6E852B2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CAE9B-4E95-9282-F5AE-307A97F2F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688E9-5F6F-8C59-96EF-EAA7F7211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C671-0A56-45F1-A08F-430B6DC03307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4C69E-908B-8010-48D8-B29E68DCE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05AF4-23E9-0B1C-A050-979309B93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B21EE-5A62-499D-91FA-6FAE1BE8C49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5023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C275A-DB27-CFC1-6775-4E03788C9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BCD09-9F55-707D-9726-9C59F9598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144FAD-28D9-A1B7-8ADC-AB69FB40E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26BE1-556A-EE72-5E9B-741356C4E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CFE06C-0CBB-604F-52B2-391F84DBA8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6E8F45-76F9-1D36-4BD9-00F0FE0C1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C671-0A56-45F1-A08F-430B6DC03307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2FFC99-9BF6-4679-4A2F-4032FEF2B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76FD01-627B-0525-3B0B-FF3D3A54B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B21EE-5A62-499D-91FA-6FAE1BE8C49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17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64E62-674C-2B56-4370-4F57F60F6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D779E4-958C-7972-EBD9-2FDA4CCE8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C671-0A56-45F1-A08F-430B6DC03307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6983B2-FD18-EA00-DF62-D9582334E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4B71D-8F83-FD8F-4382-9D700B8C1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B21EE-5A62-499D-91FA-6FAE1BE8C49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2580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7E6026-780F-FDF4-A916-1A9216516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C671-0A56-45F1-A08F-430B6DC03307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F89E3-E94B-7D81-6B91-8D756E70E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E695B-9E43-8440-A1B0-81254EFA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B21EE-5A62-499D-91FA-6FAE1BE8C49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0189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B0610-0153-3C4A-8713-7CB72EDBC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3F6C5-9746-FC61-8132-B6F195F28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55E32-E022-ECFF-C4C0-75772FEFA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25ECE-928E-AB0E-B106-46C2A077B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C671-0A56-45F1-A08F-430B6DC03307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DEBABB-84EE-703C-07F7-39C2C01BF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DD9DC-3E58-5079-EEF3-55E9EB581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B21EE-5A62-499D-91FA-6FAE1BE8C49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5938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526EC-FA44-DFA5-513D-82537CA5D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C4E399-7AE0-9335-4BA8-C56249020F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AF28C-1D68-C60B-2058-050F768D2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7E4935-6C28-8E6F-F615-A3FC7C3EA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C671-0A56-45F1-A08F-430B6DC03307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6A2B4-4DEE-9EC1-19E8-2B7B3314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8ADD3-BCDF-438C-0571-803B27725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B21EE-5A62-499D-91FA-6FAE1BE8C49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976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B6558-AE2A-B3E7-2D9E-770BFCC57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46A865-ED64-D082-4029-9D10BAE18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2E5B6-05C1-8D46-4617-16E5AC4C8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C671-0A56-45F1-A08F-430B6DC03307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A9663-7D20-A0F0-62AD-BA9343079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96276-4CFF-000E-B443-9F955D82F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B21EE-5A62-499D-91FA-6FAE1BE8C49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5032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F5E5DF-DB00-BAB3-0FD2-30BEF31188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1F6286-B32D-84B8-36C9-08540F970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2BB2A-F475-2097-C076-B3F9ED1C5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C671-0A56-45F1-A08F-430B6DC03307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69581-2243-61B7-0CBC-5DFD42227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7B42F-C9E5-1AC7-A9F2-F0E1A9512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B21EE-5A62-499D-91FA-6FAE1BE8C49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5077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8C2FBE-6825-7AEE-5C5D-BCBC5B9E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C0FE7-22D4-1D05-46B4-0480E997C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B0979-0AE9-C681-CCE0-635506F8A5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D1C671-0A56-45F1-A08F-430B6DC03307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2168B-3A0B-9636-EA48-545D9F558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A1E99-4A95-FAFE-F80F-0A1D240A6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0B21EE-5A62-499D-91FA-6FAE1BE8C49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5340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3tfqjby6boektv7kcqdbkd.streamlit.app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5" name="Rectangle 1084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B486B2F-EFF4-1A11-D8C3-9EC44A28B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066" y="693966"/>
            <a:ext cx="5868507" cy="32613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3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Project: Go Auto Vehicle Transmission Classifier</a:t>
            </a:r>
            <a:br>
              <a:rPr lang="en-US" sz="23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3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3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Driving Insights: Predictive modeling for vehicle sales optimization</a:t>
            </a:r>
            <a:br>
              <a:rPr lang="en-US" sz="23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3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3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Course: CMPT 3830 - Machine Learning Work Integrated Learning-1</a:t>
            </a:r>
            <a:br>
              <a:rPr lang="en-US" sz="2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3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8B607-9425-E571-5D4B-59AA8AE98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4065" y="5202579"/>
            <a:ext cx="7473935" cy="12444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EFFORT 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BY : </a:t>
            </a:r>
          </a:p>
          <a:p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Sukhvir </a:t>
            </a:r>
            <a:r>
              <a:rPr lang="en-US" dirty="0">
                <a:solidFill>
                  <a:srgbClr val="FFFFFF"/>
                </a:solidFill>
              </a:rPr>
              <a:t>Kaur</a:t>
            </a:r>
            <a:endParaRPr lang="en-US" kern="12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84" name="Oval 1083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Go Auto Named One of Canada's Best Managed Companies for the 5th Year">
            <a:extLst>
              <a:ext uri="{FF2B5EF4-FFF2-40B4-BE49-F238E27FC236}">
                <a16:creationId xmlns:a16="http://schemas.microsoft.com/office/drawing/2014/main" id="{0EE764D4-B129-EC17-6508-69C53AA8D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20559" y="2459809"/>
            <a:ext cx="3737164" cy="1952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9710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024E01-390B-6A8F-0AB1-C8838FA3F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36" y="1554801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700" b="1">
                <a:solidFill>
                  <a:srgbClr val="FFFFFF"/>
                </a:solidFill>
              </a:rPr>
              <a:t>Problem Overview: Why Transmission Type Prediction Matters</a:t>
            </a:r>
            <a:endParaRPr lang="en-CA" sz="3700">
              <a:solidFill>
                <a:srgbClr val="FFFF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9139D4-8E9F-3B3F-217E-091449D2A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Industry Challenge: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Manual labeling of transmission types (Automatic vs. Manual) is time-consuming and error-prone.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Our Goal: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Build a binary classifier that automates the process of identifying the transmission type using vehicle features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Reduces manual input errors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Improves marketing targeting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Enhances inventory classification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Dataset sourced from Go Auto’s business intelligence team, focused on Edmonton vehicle listings.</a:t>
            </a:r>
          </a:p>
          <a:p>
            <a:pPr marL="0" indent="0">
              <a:buNone/>
            </a:pPr>
            <a:endParaRPr lang="en-CA" sz="2000"/>
          </a:p>
        </p:txBody>
      </p:sp>
    </p:spTree>
    <p:extLst>
      <p:ext uri="{BB962C8B-B14F-4D97-AF65-F5344CB8AC3E}">
        <p14:creationId xmlns:p14="http://schemas.microsoft.com/office/powerpoint/2010/main" val="4123509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C0CAA-D488-363E-D5D2-C32523AC8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370734-D122-9A82-F082-DAA71F8D5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Objectives, Goals, and Scope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F21EBEDC-2B11-AB93-D85B-F031E86DAC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0179275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7812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2A26E6-74DE-31C6-F523-F203572DC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CA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1862885D-7F5B-6535-81A5-2778AD43E2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531992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8096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3FF9B7-6891-FC7A-80C7-36045FD04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CA" sz="4000" b="1">
                <a:solidFill>
                  <a:srgbClr val="FFFFFF"/>
                </a:solidFill>
              </a:rPr>
              <a:t>EDA &amp; Feature Engineering</a:t>
            </a:r>
          </a:p>
        </p:txBody>
      </p:sp>
      <p:graphicFrame>
        <p:nvGraphicFramePr>
          <p:cNvPr id="95" name="Content Placeholder 2">
            <a:extLst>
              <a:ext uri="{FF2B5EF4-FFF2-40B4-BE49-F238E27FC236}">
                <a16:creationId xmlns:a16="http://schemas.microsoft.com/office/drawing/2014/main" id="{89B7419C-70B9-AC87-5581-B61876B6E9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776914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572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549000-288D-3FD2-EC86-F5FDE39F2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08249FE0-D5EC-6443-16EA-EB0A887E6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4D19E9B-4796-8082-23BA-A696BC05F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3A6829E-D991-71F0-8B3C-5C252656B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2A448C1-2A95-144B-DF07-878420A92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EF62DAB-A255-364B-3C0D-DFCC7DE83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81E506-C133-71F6-6C26-550B3FF48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CA" sz="4000" dirty="0">
                <a:solidFill>
                  <a:srgbClr val="FFFFFF"/>
                </a:solidFill>
              </a:rPr>
              <a:t>Client Feedback From Demo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54904-0AE1-71C3-89A5-75847B0E0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113660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600" dirty="0">
                <a:latin typeface="Times New Roman"/>
                <a:cs typeface="Times New Roman"/>
              </a:rPr>
              <a:t>Positive Feedback: praised the thoroughness of the data analysis, specifically:</a:t>
            </a:r>
          </a:p>
          <a:p>
            <a:pPr lvl="1"/>
            <a:r>
              <a:rPr lang="en-US" sz="2200" dirty="0">
                <a:latin typeface="Times New Roman"/>
                <a:cs typeface="Times New Roman"/>
              </a:rPr>
              <a:t>Handling of missing values</a:t>
            </a:r>
          </a:p>
          <a:p>
            <a:pPr lvl="1"/>
            <a:r>
              <a:rPr lang="en-US" sz="2200" dirty="0">
                <a:latin typeface="Times New Roman"/>
                <a:cs typeface="Times New Roman"/>
              </a:rPr>
              <a:t>Addressing data inconsistencies</a:t>
            </a:r>
          </a:p>
          <a:p>
            <a:r>
              <a:rPr lang="en-US" sz="2600" dirty="0">
                <a:latin typeface="Times New Roman"/>
                <a:cs typeface="Times New Roman"/>
              </a:rPr>
              <a:t>Key Question: Raised concerns about class imbalance and its potential impact on model evaluation.</a:t>
            </a:r>
          </a:p>
          <a:p>
            <a:r>
              <a:rPr lang="en-US" sz="2600" dirty="0">
                <a:latin typeface="Times New Roman"/>
                <a:cs typeface="Times New Roman"/>
              </a:rPr>
              <a:t>Action Taken: Explored SMOTE to address class imbalance.</a:t>
            </a:r>
            <a:endParaRPr lang="en-CA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76479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DCB7910-526D-920C-D0DC-50C2D63D4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Selection &amp; Evaluation</a:t>
            </a:r>
            <a:b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7" name="Content Placeholder 4">
            <a:extLst>
              <a:ext uri="{FF2B5EF4-FFF2-40B4-BE49-F238E27FC236}">
                <a16:creationId xmlns:a16="http://schemas.microsoft.com/office/drawing/2014/main" id="{B031B3FC-17EE-4C06-73CE-DD6DD3E963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1535113"/>
              </p:ext>
            </p:extLst>
          </p:nvPr>
        </p:nvGraphicFramePr>
        <p:xfrm>
          <a:off x="4188257" y="148678"/>
          <a:ext cx="7891448" cy="65606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8469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81D52B-BED0-7E21-60AB-3F88494C8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2D7BAC0D-90C7-D677-91A8-9D57D8D1C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7C0045B-2A5E-C021-4FB9-A48C2370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7732F7E-F053-9465-D705-C59B9B4A7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6F301BF-30B7-3EEC-2CA1-93F20FD69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1EFB020-A79B-C152-FB66-286A71A6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1D7C2C-704A-6632-6559-20DD28F9E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CA" sz="4000" dirty="0">
                <a:solidFill>
                  <a:srgbClr val="FFFFFF"/>
                </a:solidFill>
              </a:rPr>
              <a:t>Client Feedback From Demo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509CE-BFFA-A7AF-E98C-FF5B8A246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2600" dirty="0">
                <a:latin typeface="Times New Roman"/>
                <a:cs typeface="Times New Roman"/>
              </a:rPr>
              <a:t>Feature Importance: Client questioned the importance of key features.</a:t>
            </a:r>
          </a:p>
          <a:p>
            <a:r>
              <a:rPr lang="en-US" sz="2600" dirty="0">
                <a:latin typeface="Times New Roman"/>
                <a:cs typeface="Times New Roman"/>
              </a:rPr>
              <a:t>Metric Inconsistency (Random Forest): Client identified discrepancies in recall (0.92 vs. 0.99) and precision (0.95 vs. 0.98) across different Random Forest charts.</a:t>
            </a:r>
          </a:p>
          <a:p>
            <a:r>
              <a:rPr lang="en-US" sz="2600" dirty="0">
                <a:latin typeface="Times New Roman"/>
                <a:cs typeface="Times New Roman"/>
              </a:rPr>
              <a:t>Metric Recommendation: Client reiterated that accuracy is a less reliable metric and suggested using the F1-score.</a:t>
            </a:r>
          </a:p>
          <a:p>
            <a:r>
              <a:rPr lang="en-US" sz="2600" dirty="0">
                <a:latin typeface="Times New Roman"/>
                <a:cs typeface="Times New Roman"/>
              </a:rPr>
              <a:t>ROC Curve: While recommended, it was noted as outside the current learning focus.</a:t>
            </a:r>
          </a:p>
          <a:p>
            <a:r>
              <a:rPr lang="en-US" sz="2600" dirty="0">
                <a:latin typeface="Times New Roman"/>
                <a:cs typeface="Times New Roman"/>
              </a:rPr>
              <a:t>Action Taken:</a:t>
            </a:r>
          </a:p>
          <a:p>
            <a:pPr lvl="1"/>
            <a:r>
              <a:rPr lang="en-US" sz="2200" dirty="0">
                <a:latin typeface="Times New Roman"/>
                <a:cs typeface="Times New Roman"/>
              </a:rPr>
              <a:t>Shifted focus to the F1-score as the primary evaluation metric. </a:t>
            </a:r>
          </a:p>
          <a:p>
            <a:pPr lvl="1"/>
            <a:r>
              <a:rPr lang="en-US" sz="2200" dirty="0">
                <a:latin typeface="Times New Roman"/>
                <a:cs typeface="Times New Roman"/>
              </a:rPr>
              <a:t>Utilized Logistic Regression as the model for this focus.</a:t>
            </a:r>
            <a:endParaRPr lang="en-CA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4748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508590-5C97-29F4-1147-2514DAFFA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45" y="669925"/>
            <a:ext cx="6645495" cy="1325563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CA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– Modeling &amp; Optimization</a:t>
            </a:r>
            <a:br>
              <a:rPr lang="en-CA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9A3EE8D-1CAC-B0E3-A697-655897270273}"/>
              </a:ext>
            </a:extLst>
          </p:cNvPr>
          <p:cNvSpPr txBox="1"/>
          <p:nvPr/>
        </p:nvSpPr>
        <p:spPr>
          <a:xfrm>
            <a:off x="243840" y="2288833"/>
            <a:ext cx="6645495" cy="44167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used: Logistic Regression (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max_intr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=100).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F1- score= 0.82.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precision(0.98) for automatic class.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recall (0.58) for manual class.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Issue: Class imbalance impacting performance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CA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Tuning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CA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Randomized-Search-CV</a:t>
            </a:r>
            <a:r>
              <a:rPr lang="en-CA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and </a:t>
            </a:r>
            <a:r>
              <a:rPr lang="en-CA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Grid-Search-CV</a:t>
            </a:r>
            <a:r>
              <a:rPr lang="en-CA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hyperparameter tuning.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Final F1-score: </a:t>
            </a:r>
            <a:r>
              <a:rPr lang="en-US" sz="2000" b="1" dirty="0">
                <a:solidFill>
                  <a:schemeClr val="bg1"/>
                </a:solidFill>
              </a:rPr>
              <a:t>0.86</a:t>
            </a:r>
            <a:r>
              <a:rPr lang="en-US" sz="2000" dirty="0">
                <a:solidFill>
                  <a:schemeClr val="bg1"/>
                </a:solidFill>
              </a:rPr>
              <a:t> after tuning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balance in precision and recall.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recall for minority class(manual).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convergence and better generalization.</a:t>
            </a:r>
          </a:p>
        </p:txBody>
      </p:sp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C4E874E-52FF-DCCC-22ED-008B4D3E8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780" y="1721234"/>
            <a:ext cx="5314017" cy="1846486"/>
          </a:xfrm>
          <a:prstGeom prst="rect">
            <a:avLst/>
          </a:prstGeom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7188D9B-1674-419B-A379-D1632A7EC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29053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E8732E-9CA8-EDDD-1EF4-1223B0BFC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388" y="4111067"/>
            <a:ext cx="5330655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46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F7634B-8899-E6B9-BD41-60BAC9A30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CA" sz="4000" b="1" dirty="0">
                <a:solidFill>
                  <a:srgbClr val="FFFFFF"/>
                </a:solidFill>
              </a:rPr>
              <a:t> </a:t>
            </a:r>
            <a:r>
              <a:rPr lang="en-CA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Streamlit</a:t>
            </a:r>
            <a:r>
              <a:rPr lang="en-CA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App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D8C5533-EA0B-F7DA-BBCF-71D51A5DC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164" y="2218806"/>
            <a:ext cx="9724031" cy="3683358"/>
          </a:xfrm>
        </p:spPr>
        <p:txBody>
          <a:bodyPr anchor="ctr">
            <a:normAutofit/>
          </a:bodyPr>
          <a:lstStyle/>
          <a:p>
            <a:pPr marL="457200" indent="-457200"/>
            <a:r>
              <a:rPr lang="en-CA" sz="1800" b="1" dirty="0">
                <a:latin typeface="Times New Roman"/>
                <a:cs typeface="Times New Roman"/>
              </a:rPr>
              <a:t>Simple Interface:</a:t>
            </a:r>
            <a:r>
              <a:rPr lang="en-CA" sz="1800" dirty="0">
                <a:latin typeface="Times New Roman"/>
                <a:cs typeface="Times New Roman"/>
              </a:rPr>
              <a:t> Easy for users to input data and get instant predictions.</a:t>
            </a:r>
            <a:endParaRPr lang="en-US" sz="1800">
              <a:latin typeface="Times New Roman"/>
              <a:cs typeface="Times New Roman"/>
            </a:endParaRPr>
          </a:p>
          <a:p>
            <a:pPr marL="457200" indent="-457200"/>
            <a:r>
              <a:rPr lang="en-CA" sz="1800" b="1" dirty="0">
                <a:latin typeface="Times New Roman"/>
                <a:cs typeface="Times New Roman"/>
              </a:rPr>
              <a:t>Rapid Prototyping: </a:t>
            </a:r>
            <a:r>
              <a:rPr lang="en-CA" sz="1800" dirty="0">
                <a:latin typeface="Times New Roman"/>
                <a:cs typeface="Times New Roman"/>
              </a:rPr>
              <a:t>Quickly built using Python, no need for frontend expertise.</a:t>
            </a:r>
          </a:p>
          <a:p>
            <a:pPr marL="457200" indent="-457200"/>
            <a:r>
              <a:rPr lang="en-CA" sz="1800" dirty="0">
                <a:latin typeface="Times New Roman"/>
                <a:cs typeface="Times New Roman"/>
              </a:rPr>
              <a:t> </a:t>
            </a:r>
            <a:r>
              <a:rPr lang="en-CA" sz="1800" b="1" dirty="0">
                <a:latin typeface="Times New Roman"/>
                <a:cs typeface="Times New Roman"/>
              </a:rPr>
              <a:t>Accessible Anywhere: </a:t>
            </a:r>
            <a:r>
              <a:rPr lang="en-CA" sz="1800" dirty="0">
                <a:latin typeface="Times New Roman"/>
                <a:cs typeface="Times New Roman"/>
              </a:rPr>
              <a:t>Runs as a web app—accessible on any browser or device.</a:t>
            </a:r>
          </a:p>
          <a:p>
            <a:pPr marL="457200" indent="-457200"/>
            <a:r>
              <a:rPr lang="en-CA" sz="1800" dirty="0">
                <a:latin typeface="Times New Roman"/>
                <a:cs typeface="Times New Roman"/>
              </a:rPr>
              <a:t> </a:t>
            </a:r>
            <a:r>
              <a:rPr lang="en-CA" sz="1800" b="1" dirty="0">
                <a:latin typeface="Times New Roman"/>
                <a:cs typeface="Times New Roman"/>
              </a:rPr>
              <a:t>Real-World Ready: </a:t>
            </a:r>
            <a:r>
              <a:rPr lang="en-CA" sz="1800" dirty="0">
                <a:latin typeface="Times New Roman"/>
                <a:cs typeface="Times New Roman"/>
              </a:rPr>
              <a:t>Transforms our ML model into a usable product for decision-makers.</a:t>
            </a:r>
          </a:p>
          <a:p>
            <a:pPr marL="0" indent="0">
              <a:buNone/>
            </a:pPr>
            <a:r>
              <a:rPr lang="en-CA" sz="1800" b="1" dirty="0">
                <a:latin typeface="Times New Roman"/>
                <a:cs typeface="Times New Roman"/>
              </a:rPr>
              <a:t>2 Key  Tabs:</a:t>
            </a:r>
            <a:endParaRPr lang="en-CA" sz="1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CA" sz="1800" b="1" dirty="0">
                <a:latin typeface="Times New Roman"/>
                <a:cs typeface="Times New Roman"/>
              </a:rPr>
              <a:t>Home: </a:t>
            </a:r>
            <a:r>
              <a:rPr lang="en-CA" sz="1800" dirty="0">
                <a:latin typeface="Times New Roman"/>
                <a:cs typeface="Times New Roman"/>
              </a:rPr>
              <a:t>Introduction and branding</a:t>
            </a:r>
          </a:p>
          <a:p>
            <a:pPr marL="0" indent="0">
              <a:buNone/>
            </a:pPr>
            <a:r>
              <a:rPr lang="en-CA" sz="1800" b="1" dirty="0">
                <a:latin typeface="Times New Roman"/>
                <a:cs typeface="Times New Roman"/>
              </a:rPr>
              <a:t>Predictions:</a:t>
            </a:r>
            <a:r>
              <a:rPr lang="en-CA" sz="1800" dirty="0">
                <a:latin typeface="Times New Roman"/>
                <a:cs typeface="Times New Roman"/>
              </a:rPr>
              <a:t> Input form for real-time model predictions.</a:t>
            </a:r>
          </a:p>
          <a:p>
            <a:pPr marL="0" indent="0">
              <a:buNone/>
            </a:pPr>
            <a:r>
              <a:rPr lang="en-CA" sz="2400" dirty="0">
                <a:hlinkClick r:id="rId2"/>
              </a:rPr>
              <a:t>https://mlmodelapp-gfhd5grs24r778su6phmnh.streamlit.app/</a:t>
            </a:r>
            <a:endParaRPr lang="en-C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06AFD138-8E7F-C404-4BE3-A18C7609F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434" y="2215348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385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C3CF0B-B563-C80E-358B-45DB18EC2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App Demo Preview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A76B27-FED9-E18F-C0E2-2F19539166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532" y="1417277"/>
            <a:ext cx="10905066" cy="25744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8C69EC-BFE8-170B-C437-C8FFAF358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32" y="3868295"/>
            <a:ext cx="12192000" cy="2836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F6F199-8AC5-10F1-EB61-69D91C687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4" y="4301731"/>
            <a:ext cx="12192000" cy="20830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BF13C7-9447-B324-22D9-1419222C52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532" y="6479580"/>
            <a:ext cx="12192000" cy="37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294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2F70E-19FB-9775-F594-02C2001B8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Dashboard after balancing dataset</a:t>
            </a:r>
            <a:endParaRPr lang="en-US" b="1">
              <a:latin typeface="Times New Roman"/>
              <a:cs typeface="Times New Roman"/>
            </a:endParaRPr>
          </a:p>
        </p:txBody>
      </p:sp>
      <p:pic>
        <p:nvPicPr>
          <p:cNvPr id="4" name="Content Placeholder 3" descr="A screenshot of a data presentation&#10;&#10;AI-generated content may be incorrect.">
            <a:extLst>
              <a:ext uri="{FF2B5EF4-FFF2-40B4-BE49-F238E27FC236}">
                <a16:creationId xmlns:a16="http://schemas.microsoft.com/office/drawing/2014/main" id="{EBECED8C-017F-A381-81E3-27B18B7A76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8145" y="1837317"/>
            <a:ext cx="9115681" cy="4667764"/>
          </a:xfrm>
        </p:spPr>
      </p:pic>
    </p:spTree>
    <p:extLst>
      <p:ext uri="{BB962C8B-B14F-4D97-AF65-F5344CB8AC3E}">
        <p14:creationId xmlns:p14="http://schemas.microsoft.com/office/powerpoint/2010/main" val="2024250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DAD2B7-FF85-863C-684E-9C13D8127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CA" sz="4000">
                <a:solidFill>
                  <a:srgbClr val="FFFFFF"/>
                </a:solidFill>
              </a:rPr>
              <a:t>Marketing &amp; Business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3EE96-9C68-642A-66EC-B20F662D0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600">
                <a:latin typeface="Times New Roman"/>
                <a:cs typeface="Times New Roman"/>
              </a:rPr>
              <a:t>Supports Go Auto in targeting listings based on transmission type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>
                <a:latin typeface="Times New Roman"/>
                <a:cs typeface="Times New Roman"/>
              </a:rPr>
              <a:t>Design better pricing strategies using transmission insights</a:t>
            </a:r>
          </a:p>
          <a:p>
            <a:r>
              <a:rPr lang="en-CA" sz="2400">
                <a:latin typeface="Times New Roman"/>
                <a:cs typeface="Times New Roman"/>
              </a:rPr>
              <a:t>Understand </a:t>
            </a:r>
            <a:r>
              <a:rPr lang="en-US" sz="2400">
                <a:latin typeface="Times New Roman"/>
                <a:cs typeface="Times New Roman"/>
              </a:rPr>
              <a:t>customer trends by fuel type, style, and transmission.</a:t>
            </a:r>
          </a:p>
          <a:p>
            <a:r>
              <a:rPr lang="en-US" sz="2400">
                <a:latin typeface="Times New Roman"/>
                <a:cs typeface="Times New Roman"/>
              </a:rPr>
              <a:t>Reduce manual labor by automating inventory labeling.</a:t>
            </a:r>
            <a:endParaRPr lang="en-CA"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27581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6831F8-4AC0-F45B-1BD3-0592ECE9A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4206" y="580673"/>
            <a:ext cx="8046565" cy="1271953"/>
          </a:xfrm>
        </p:spPr>
        <p:txBody>
          <a:bodyPr anchor="t"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Challenges Faced</a:t>
            </a:r>
            <a:endParaRPr 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F1B899E5-E619-F737-8976-CA055134A5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9693725"/>
              </p:ext>
            </p:extLst>
          </p:nvPr>
        </p:nvGraphicFramePr>
        <p:xfrm>
          <a:off x="712316" y="2103379"/>
          <a:ext cx="10767367" cy="4173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4785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close up of a colorful swirl&#10;&#10;AI-generated content may be incorrect.">
            <a:extLst>
              <a:ext uri="{FF2B5EF4-FFF2-40B4-BE49-F238E27FC236}">
                <a16:creationId xmlns:a16="http://schemas.microsoft.com/office/drawing/2014/main" id="{FE042E8D-7C84-4793-4F51-E26780DBC14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0BB533-EB0B-8BF8-6DE2-951085A70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CA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CF3727-04B9-8E46-72F2-075A151020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096445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23340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BE7D0AA1-7663-4AEB-906F-8C1983487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6" y="5940561"/>
            <a:ext cx="1285875" cy="549007"/>
            <a:chOff x="7029447" y="3514725"/>
            <a:chExt cx="1285875" cy="549007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Picture 13" descr="45,500+ Thank You Sign Stock Photos, Pictures &amp; Royalty-Free Images -  iStock | Holding thank you sign, Thank you sign language, Thank you sign  coronavirus">
            <a:extLst>
              <a:ext uri="{FF2B5EF4-FFF2-40B4-BE49-F238E27FC236}">
                <a16:creationId xmlns:a16="http://schemas.microsoft.com/office/drawing/2014/main" id="{E43BD6B1-9520-510D-5A9F-4D0D84A436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6095"/>
          <a:stretch/>
        </p:blipFill>
        <p:spPr>
          <a:xfrm>
            <a:off x="1758561" y="981757"/>
            <a:ext cx="8533879" cy="4444319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8669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453</TotalTime>
  <Words>893</Words>
  <Application>Microsoft Office PowerPoint</Application>
  <PresentationFormat>Widescreen</PresentationFormat>
  <Paragraphs>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Times New Roman</vt:lpstr>
      <vt:lpstr>Office Theme</vt:lpstr>
      <vt:lpstr>Project: Go Auto Vehicle Transmission Classifier  Driving Insights: Predictive modeling for vehicle sales optimization  Course: CMPT 3830 - Machine Learning Work Integrated Learning-1 </vt:lpstr>
      <vt:lpstr>Problem Overview: Why Transmission Type Prediction Matters</vt:lpstr>
      <vt:lpstr>Objectives, Goals, and Scope</vt:lpstr>
      <vt:lpstr>Dataset Overview</vt:lpstr>
      <vt:lpstr>EDA &amp; Feature Engineering</vt:lpstr>
      <vt:lpstr>Client Feedback From Demo 1</vt:lpstr>
      <vt:lpstr>Model Selection &amp; Evaluation </vt:lpstr>
      <vt:lpstr>Client Feedback From Demo 2</vt:lpstr>
      <vt:lpstr>Logistic Regression – Modeling &amp; Optimization </vt:lpstr>
      <vt:lpstr> Streamlit App </vt:lpstr>
      <vt:lpstr>App Demo Preview</vt:lpstr>
      <vt:lpstr>Dashboard after balancing dataset</vt:lpstr>
      <vt:lpstr>Marketing &amp; Business Strategy</vt:lpstr>
      <vt:lpstr>Challenges Faced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sukhvir kaur</dc:creator>
  <cp:lastModifiedBy>sukhvir kaur</cp:lastModifiedBy>
  <cp:revision>275</cp:revision>
  <dcterms:created xsi:type="dcterms:W3CDTF">2025-03-10T23:54:23Z</dcterms:created>
  <dcterms:modified xsi:type="dcterms:W3CDTF">2025-12-10T22:33:09Z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24e6ac5-0e84-491c-8838-b11844917f54_Enabled">
    <vt:lpwstr>true</vt:lpwstr>
  </property>
  <property fmtid="{D5CDD505-2E9C-101B-9397-08002B2CF9AE}" pid="3" name="MSIP_Label_724e6ac5-0e84-491c-8838-b11844917f54_SetDate">
    <vt:lpwstr>2025-03-12T06:05:05Z</vt:lpwstr>
  </property>
  <property fmtid="{D5CDD505-2E9C-101B-9397-08002B2CF9AE}" pid="4" name="MSIP_Label_724e6ac5-0e84-491c-8838-b11844917f54_Method">
    <vt:lpwstr>Standard</vt:lpwstr>
  </property>
  <property fmtid="{D5CDD505-2E9C-101B-9397-08002B2CF9AE}" pid="5" name="MSIP_Label_724e6ac5-0e84-491c-8838-b11844917f54_Name">
    <vt:lpwstr>Protected</vt:lpwstr>
  </property>
  <property fmtid="{D5CDD505-2E9C-101B-9397-08002B2CF9AE}" pid="6" name="MSIP_Label_724e6ac5-0e84-491c-8838-b11844917f54_SiteId">
    <vt:lpwstr>2ba011f1-f50a-44f3-a200-db3ea74e29b7</vt:lpwstr>
  </property>
  <property fmtid="{D5CDD505-2E9C-101B-9397-08002B2CF9AE}" pid="7" name="MSIP_Label_724e6ac5-0e84-491c-8838-b11844917f54_ActionId">
    <vt:lpwstr>ef26d515-047a-48b9-8715-329d4194d280</vt:lpwstr>
  </property>
  <property fmtid="{D5CDD505-2E9C-101B-9397-08002B2CF9AE}" pid="8" name="MSIP_Label_724e6ac5-0e84-491c-8838-b11844917f54_ContentBits">
    <vt:lpwstr>0</vt:lpwstr>
  </property>
  <property fmtid="{D5CDD505-2E9C-101B-9397-08002B2CF9AE}" pid="9" name="MSIP_Label_724e6ac5-0e84-491c-8838-b11844917f54_Tag">
    <vt:lpwstr>10, 3, 0, 2</vt:lpwstr>
  </property>
</Properties>
</file>